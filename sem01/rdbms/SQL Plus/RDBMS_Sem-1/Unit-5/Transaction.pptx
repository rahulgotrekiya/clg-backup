
<file path=[Content_Types].xml><?xml version="1.0" encoding="utf-8"?>
<Types xmlns="http://schemas.openxmlformats.org/package/2006/content-types">
  <Default Extension="png" ContentType="image/png"/>
  <Default Extension="svg" ContentType="image/svg+xml"/>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3"/>
  </p:notesMasterIdLst>
  <p:sldIdLst>
    <p:sldId id="256" r:id="rId2"/>
    <p:sldId id="257" r:id="rId3"/>
    <p:sldId id="258" r:id="rId4"/>
    <p:sldId id="259" r:id="rId5"/>
    <p:sldId id="286" r:id="rId6"/>
    <p:sldId id="287" r:id="rId7"/>
    <p:sldId id="260" r:id="rId8"/>
    <p:sldId id="261" r:id="rId9"/>
    <p:sldId id="262" r:id="rId10"/>
    <p:sldId id="273" r:id="rId11"/>
    <p:sldId id="274" r:id="rId12"/>
    <p:sldId id="275" r:id="rId13"/>
    <p:sldId id="276" r:id="rId14"/>
    <p:sldId id="277" r:id="rId15"/>
    <p:sldId id="278" r:id="rId16"/>
    <p:sldId id="279" r:id="rId17"/>
    <p:sldId id="280" r:id="rId18"/>
    <p:sldId id="281" r:id="rId19"/>
    <p:sldId id="282" r:id="rId20"/>
    <p:sldId id="283" r:id="rId21"/>
    <p:sldId id="284" r:id="rId22"/>
    <p:sldId id="285" r:id="rId23"/>
    <p:sldId id="288" r:id="rId24"/>
    <p:sldId id="289" r:id="rId25"/>
    <p:sldId id="290" r:id="rId26"/>
    <p:sldId id="291" r:id="rId27"/>
    <p:sldId id="292" r:id="rId28"/>
    <p:sldId id="293" r:id="rId29"/>
    <p:sldId id="294" r:id="rId30"/>
    <p:sldId id="295" r:id="rId31"/>
    <p:sldId id="296" r:id="rId32"/>
    <p:sldId id="297" r:id="rId33"/>
    <p:sldId id="298" r:id="rId34"/>
    <p:sldId id="299" r:id="rId35"/>
    <p:sldId id="300" r:id="rId36"/>
    <p:sldId id="301" r:id="rId37"/>
    <p:sldId id="302" r:id="rId38"/>
    <p:sldId id="303" r:id="rId39"/>
    <p:sldId id="304" r:id="rId40"/>
    <p:sldId id="305" r:id="rId41"/>
    <p:sldId id="306" r:id="rId42"/>
    <p:sldId id="307" r:id="rId43"/>
    <p:sldId id="270" r:id="rId44"/>
    <p:sldId id="271" r:id="rId45"/>
    <p:sldId id="272" r:id="rId46"/>
    <p:sldId id="308" r:id="rId47"/>
    <p:sldId id="309" r:id="rId48"/>
    <p:sldId id="310" r:id="rId49"/>
    <p:sldId id="311" r:id="rId50"/>
    <p:sldId id="312" r:id="rId51"/>
    <p:sldId id="313" r:id="rId5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714"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12-14T09:37:06.389"/>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9 123,'-1'0,"1"-1,-1 1,0-1,1 1,-1-1,1 0,-1 0,1 1,-1-1,1 0,-1 0,1 1,0-1,-1 0,1 0,0 0,0 0,0 0,0 1,-1-1,1 0,0 0,1 0,-1 0,0 0,0 0,0 1,1-3,0 1,0 1,1-1,-1 0,0 1,1-1,0 0,-1 1,1 0,0-1,0 1,2-1,5-3,1 1,-1 0,1 1,11-3,26-2,1 3,-1 2,74 4,-72 1,1-2,0-3,57-9,-8-2,0 4,0 5,114 8,-46 0,184-3,-309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12-14T09:37:13.327"/>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0 121,'1'-3,"-1"1,1-1,0 1,0-1,0 1,0-1,0 1,1-1,-1 1,1 0,-1 0,1 0,0 0,0 0,0 0,0 0,0 1,0-1,1 1,-1-1,1 1,-1 0,0 0,1 0,4-1,10-3,-1 0,29-4,-40 9,396-46,126 41,-287 8,221-3,-427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12-14T09:37:33.961"/>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1,'0'0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12-14T09:37:40.596"/>
    </inkml:context>
    <inkml:brush xml:id="br0">
      <inkml:brushProperty name="width" value="0.05" units="cm"/>
      <inkml:brushProperty name="height" value="0.05" units="cm"/>
    </inkml:brush>
  </inkml:definitions>
  <inkml:trace contextRef="#ctx0" brushRef="#br0">0 0 24575,'0'0'-8191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12-14T09:37:41.378"/>
    </inkml:context>
    <inkml:brush xml:id="br0">
      <inkml:brushProperty name="width" value="0.05" units="cm"/>
      <inkml:brushProperty name="height" value="0.05" units="cm"/>
    </inkml:brush>
  </inkml:definitions>
  <inkml:trace contextRef="#ctx0" brushRef="#br0">0 0 24575</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12-14T09:37:48.239"/>
    </inkml:context>
    <inkml:brush xml:id="br0">
      <inkml:brushProperty name="width" value="0.05" units="cm"/>
      <inkml:brushProperty name="height" value="0.05" units="cm"/>
    </inkml:brush>
  </inkml:definitions>
  <inkml:trace contextRef="#ctx0" brushRef="#br0">0 1 24575,'0'0'-8191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12-14T09:37:21.088"/>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42,'159'-1,"177"-22,-170 9,250 11,-205 5,458-2,-636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12-14T09:37:28.358"/>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1,'508'0,"-465"2,-1 2,44 10,55 5,387-15,-272-7,-22 3,-201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12-14T10:07:28.588"/>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1,'744'0,"-711"0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12-14T10:07:50.474"/>
    </inkml:context>
    <inkml:brush xml:id="br0">
      <inkml:brushProperty name="width" value="0.05" units="cm"/>
      <inkml:brushProperty name="height" value="0.05" units="cm"/>
      <inkml:brushProperty name="color" value="#E71224"/>
    </inkml:brush>
  </inkml:definitions>
  <inkml:trace contextRef="#ctx0" brushRef="#br0">1 80 24575,'79'-4'0,"118"-20"0,-135 15 0,35-7 0,-35 5 0,101-5 0,469 18 0,-597 0 45,0 1-1,46 11 1,41 4-1544,-89-16-5327</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12-14T10:07:52.402"/>
    </inkml:context>
    <inkml:brush xml:id="br0">
      <inkml:brushProperty name="width" value="0.05" units="cm"/>
      <inkml:brushProperty name="height" value="0.05" units="cm"/>
      <inkml:brushProperty name="color" value="#E71224"/>
    </inkml:brush>
  </inkml:definitions>
  <inkml:trace contextRef="#ctx0" brushRef="#br0">1 81 24575,'241'-21'0,"-7"0"0,-93 24 0,104-5 0,-136-16 0,-72 10 0,50-3 0,238 9 45,-178 4-1455,-112-2-5416</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12-14T10:08:05.692"/>
    </inkml:context>
    <inkml:brush xml:id="br0">
      <inkml:brushProperty name="width" value="0.05" units="cm"/>
      <inkml:brushProperty name="height" value="0.05" units="cm"/>
      <inkml:brushProperty name="color" value="#E71224"/>
    </inkml:brush>
  </inkml:definitions>
  <inkml:trace contextRef="#ctx0" brushRef="#br0">2555 668 24575,'-1'-5'0,"0"0"0,0 0 0,-1 0 0,0 0 0,0 1 0,0-1 0,0 0 0,-1 1 0,0 0 0,-5-8 0,-5-7 0,-5-10 0,-1 1 0,-1 0 0,-1 1 0,-2 2 0,-1 0 0,0 1 0,-54-38 0,67 56 0,0 0 0,-1 1 0,-21-7 0,-26-13 0,-17-15 0,-2 2 0,-121-39 0,170 67 0,-245-73 0,225 71 0,-1 2 0,-1 3 0,-81-3 0,45 10 0,-139 4 0,201-1 0,0 1 0,1 1 0,0 1 0,-41 17 0,-94 50 0,88-39 0,33-16 0,1 2 0,0 1 0,-35 27 0,55-34 0,2-1 0,-1 2 0,2 0 0,0 1 0,1 0 0,1 1 0,0 1 0,-11 22 0,2 4 0,3 0 0,1 1 0,3 1 0,1 0 0,-12 91 0,21-116-170,0 0-1,-1-1 0,-2 1 1,0-2-1,-1 1 0,0-1 1,-24 36-1,18-36-6655</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12-14T10:08:11.195"/>
    </inkml:context>
    <inkml:brush xml:id="br0">
      <inkml:brushProperty name="width" value="0.05" units="cm"/>
      <inkml:brushProperty name="height" value="0.05" units="cm"/>
      <inkml:brushProperty name="color" value="#E71224"/>
    </inkml:brush>
  </inkml:definitions>
  <inkml:trace contextRef="#ctx0" brushRef="#br0">20 108 24575,'13'0'0,"-1"1"0,0 0 0,0 1 0,1 1 0,-1 0 0,0 0 0,-1 1 0,1 0 0,-1 1 0,0 1 0,0 0 0,0 0 0,-1 1 0,0 0 0,0 1 0,-1 0 0,0 1 0,0 0 0,-1 0 0,0 1 0,8 14 0,-8-12 0,0-1 0,0 1 0,1-2 0,18 18 0,-21-24 0,-1 0 0,1-1 0,-1 0 0,1 0 0,0 0 0,0-1 0,0 0 0,1 0 0,-1-1 0,0 0 0,1 0 0,10 0 0,-6-1 0,-1 0 0,1-1 0,-1 0 0,1-1 0,-1 0 0,0-1 0,0 0 0,0-1 0,17-8 0,10-9 0,40-29 0,6-2 0,-58 39 0,-14 8 0,1-1 0,-1-1 0,0 1 0,-1-2 0,1 1 0,11-12 0,-21 11 0,-12 10 0,-15 8 0,-38 26 0,37-20 0,-46 20 0,-12 0 0,-77 28 0,140-57 0,0-2 0,0 0 0,0-1 0,0-2 0,-39 1 0,54-4 0,1 1 0,0-1 0,-1 0 0,1-1 0,0 1 0,0-1 0,0 0 0,0-1 0,1 0 0,-1 0 0,1 0 0,-1 0 0,-5-6 0,3 1 0,0 1 0,0-2 0,1 1 0,0-1 0,0 0 0,-9-19 0,0-7 0,1-1 0,3 0 0,-12-51 0,20 72 0,2-5 0,12 30 0,20 40 0,-25-41 0,10 13-195,2 0 0,0-1 0,2-1 0,0 0 0,1-1 0,40 28 0,-26-20-6631</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12-14T10:08:25.657"/>
    </inkml:context>
    <inkml:brush xml:id="br0">
      <inkml:brushProperty name="width" value="0.05" units="cm"/>
      <inkml:brushProperty name="height" value="0.05" units="cm"/>
      <inkml:brushProperty name="color" value="#E71224"/>
    </inkml:brush>
  </inkml:definitions>
  <inkml:trace contextRef="#ctx0" brushRef="#br0">81 2 24575,'147'-2'0,"163"5"0,-280 1 0,45 11 0,-47-8 0,52 5 0,56-9 0,-791-3 0,423-2 0,1019 2-1365,-753 0-5461</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12-14T10:08:42.464"/>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0,'1809'0,"-1750"3,79 14,44 2,-142-16,54 12,-8-2,-35-8</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12-14T10:08:47.659"/>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1 162,'191'1,"221"-4,-336-4,1-3,-2-4,91-28,-61 15,-69 20,0 2,1 2,56 1,-54 2,0-1,66-12,-11 0,1 3,0 5,122 8,-52 0,-89-3,-43 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12-14T10:08:58.416"/>
    </inkml:context>
    <inkml:brush xml:id="br0">
      <inkml:brushProperty name="width" value="0.05" units="cm"/>
      <inkml:brushProperty name="height" value="0.05" units="cm"/>
      <inkml:brushProperty name="color" value="#E71224"/>
    </inkml:brush>
  </inkml:definitions>
  <inkml:trace contextRef="#ctx0" brushRef="#br0">0 78 24575,'6199'0'0,"-6142"-3"0,73-12 0,21-2 0,342 12 0,-290 7 0,-182-4 34,1 0-1,-1-1 0,31-9 1,35-5-1533,-48 13-5327</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CED05D9-EC11-4E7B-8F0B-1338B20F5129}" type="datetimeFigureOut">
              <a:rPr lang="en-IN" smtClean="0"/>
              <a:t>20-11-2025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9213ECB-9948-45A3-A7DD-677194A4CD95}" type="slidenum">
              <a:rPr lang="en-IN" smtClean="0"/>
              <a:t>‹#›</a:t>
            </a:fld>
            <a:endParaRPr lang="en-IN"/>
          </a:p>
        </p:txBody>
      </p:sp>
    </p:spTree>
    <p:extLst>
      <p:ext uri="{BB962C8B-B14F-4D97-AF65-F5344CB8AC3E}">
        <p14:creationId xmlns:p14="http://schemas.microsoft.com/office/powerpoint/2010/main" val="6592717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anose="020B0604020202020204" pitchFamily="34" charset="0"/>
                <a:ea typeface="MS PGothic" panose="020B0600070205080204" pitchFamily="34" charset="-128"/>
              </a:defRPr>
            </a:lvl1pPr>
            <a:lvl2pPr marL="742950" indent="-285750" defTabSz="879475">
              <a:defRPr sz="1600">
                <a:solidFill>
                  <a:schemeClr val="tx1"/>
                </a:solidFill>
                <a:latin typeface="Helvetica" panose="020B0604020202020204" pitchFamily="34" charset="0"/>
                <a:ea typeface="MS PGothic" panose="020B0600070205080204" pitchFamily="34" charset="-128"/>
              </a:defRPr>
            </a:lvl2pPr>
            <a:lvl3pPr marL="1143000" indent="-228600" defTabSz="879475">
              <a:defRPr sz="1600">
                <a:solidFill>
                  <a:schemeClr val="tx1"/>
                </a:solidFill>
                <a:latin typeface="Helvetica" panose="020B0604020202020204" pitchFamily="34" charset="0"/>
                <a:ea typeface="MS PGothic" panose="020B0600070205080204" pitchFamily="34" charset="-128"/>
              </a:defRPr>
            </a:lvl3pPr>
            <a:lvl4pPr marL="1600200" indent="-228600" defTabSz="879475">
              <a:defRPr sz="1600">
                <a:solidFill>
                  <a:schemeClr val="tx1"/>
                </a:solidFill>
                <a:latin typeface="Helvetica" panose="020B0604020202020204" pitchFamily="34" charset="0"/>
                <a:ea typeface="MS PGothic" panose="020B0600070205080204" pitchFamily="34" charset="-128"/>
              </a:defRPr>
            </a:lvl4pPr>
            <a:lvl5pPr marL="2057400" indent="-228600" defTabSz="879475">
              <a:defRPr sz="1600">
                <a:solidFill>
                  <a:schemeClr val="tx1"/>
                </a:solidFill>
                <a:latin typeface="Helvetica" panose="020B0604020202020204"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1019A8B4-FE31-4F70-9BCC-8CB6AE40496C}" type="slidenum">
              <a:rPr lang="en-US" altLang="en-US" sz="1200">
                <a:latin typeface="Times New Roman" panose="02020603050405020304" pitchFamily="18" charset="0"/>
              </a:rPr>
              <a:pPr/>
              <a:t>23</a:t>
            </a:fld>
            <a:endParaRPr lang="en-US" altLang="en-US" sz="1200">
              <a:latin typeface="Times New Roman" panose="02020603050405020304" pitchFamily="18" charset="0"/>
            </a:endParaRPr>
          </a:p>
        </p:txBody>
      </p:sp>
      <p:sp>
        <p:nvSpPr>
          <p:cNvPr id="102403" name="Rectangle 2"/>
          <p:cNvSpPr>
            <a:spLocks noGrp="1" noRot="1" noChangeAspect="1" noChangeArrowheads="1" noTextEdit="1"/>
          </p:cNvSpPr>
          <p:nvPr>
            <p:ph type="sldImg"/>
          </p:nvPr>
        </p:nvSpPr>
        <p:spPr>
          <a:ln/>
        </p:spPr>
      </p:sp>
      <p:sp>
        <p:nvSpPr>
          <p:cNvPr id="1024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8041335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anose="020B0604020202020204" pitchFamily="34" charset="0"/>
                <a:ea typeface="MS PGothic" panose="020B0600070205080204" pitchFamily="34" charset="-128"/>
              </a:defRPr>
            </a:lvl1pPr>
            <a:lvl2pPr marL="742950" indent="-285750" defTabSz="879475">
              <a:defRPr sz="1600">
                <a:solidFill>
                  <a:schemeClr val="tx1"/>
                </a:solidFill>
                <a:latin typeface="Helvetica" panose="020B0604020202020204" pitchFamily="34" charset="0"/>
                <a:ea typeface="MS PGothic" panose="020B0600070205080204" pitchFamily="34" charset="-128"/>
              </a:defRPr>
            </a:lvl2pPr>
            <a:lvl3pPr marL="1143000" indent="-228600" defTabSz="879475">
              <a:defRPr sz="1600">
                <a:solidFill>
                  <a:schemeClr val="tx1"/>
                </a:solidFill>
                <a:latin typeface="Helvetica" panose="020B0604020202020204" pitchFamily="34" charset="0"/>
                <a:ea typeface="MS PGothic" panose="020B0600070205080204" pitchFamily="34" charset="-128"/>
              </a:defRPr>
            </a:lvl3pPr>
            <a:lvl4pPr marL="1600200" indent="-228600" defTabSz="879475">
              <a:defRPr sz="1600">
                <a:solidFill>
                  <a:schemeClr val="tx1"/>
                </a:solidFill>
                <a:latin typeface="Helvetica" panose="020B0604020202020204" pitchFamily="34" charset="0"/>
                <a:ea typeface="MS PGothic" panose="020B0600070205080204" pitchFamily="34" charset="-128"/>
              </a:defRPr>
            </a:lvl4pPr>
            <a:lvl5pPr marL="2057400" indent="-228600" defTabSz="879475">
              <a:defRPr sz="1600">
                <a:solidFill>
                  <a:schemeClr val="tx1"/>
                </a:solidFill>
                <a:latin typeface="Helvetica" panose="020B0604020202020204"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76F1A6D1-0721-4D26-A1A3-1AB4D70577E7}" type="slidenum">
              <a:rPr lang="en-US" altLang="en-US" sz="1200">
                <a:latin typeface="Times New Roman" panose="02020603050405020304" pitchFamily="18" charset="0"/>
              </a:rPr>
              <a:pPr/>
              <a:t>24</a:t>
            </a:fld>
            <a:endParaRPr lang="en-US" altLang="en-US" sz="1200">
              <a:latin typeface="Times New Roman" panose="02020603050405020304" pitchFamily="18" charset="0"/>
            </a:endParaRPr>
          </a:p>
        </p:txBody>
      </p:sp>
      <p:sp>
        <p:nvSpPr>
          <p:cNvPr id="103427" name="Rectangle 2"/>
          <p:cNvSpPr>
            <a:spLocks noGrp="1" noRot="1" noChangeAspect="1" noChangeArrowheads="1" noTextEdit="1"/>
          </p:cNvSpPr>
          <p:nvPr>
            <p:ph type="sldImg"/>
          </p:nvPr>
        </p:nvSpPr>
        <p:spPr>
          <a:ln/>
        </p:spPr>
      </p:sp>
      <p:sp>
        <p:nvSpPr>
          <p:cNvPr id="1034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1586298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anose="020B0604020202020204" pitchFamily="34" charset="0"/>
                <a:ea typeface="MS PGothic" panose="020B0600070205080204" pitchFamily="34" charset="-128"/>
              </a:defRPr>
            </a:lvl1pPr>
            <a:lvl2pPr marL="742950" indent="-285750" defTabSz="879475">
              <a:defRPr sz="1600">
                <a:solidFill>
                  <a:schemeClr val="tx1"/>
                </a:solidFill>
                <a:latin typeface="Helvetica" panose="020B0604020202020204" pitchFamily="34" charset="0"/>
                <a:ea typeface="MS PGothic" panose="020B0600070205080204" pitchFamily="34" charset="-128"/>
              </a:defRPr>
            </a:lvl2pPr>
            <a:lvl3pPr marL="1143000" indent="-228600" defTabSz="879475">
              <a:defRPr sz="1600">
                <a:solidFill>
                  <a:schemeClr val="tx1"/>
                </a:solidFill>
                <a:latin typeface="Helvetica" panose="020B0604020202020204" pitchFamily="34" charset="0"/>
                <a:ea typeface="MS PGothic" panose="020B0600070205080204" pitchFamily="34" charset="-128"/>
              </a:defRPr>
            </a:lvl3pPr>
            <a:lvl4pPr marL="1600200" indent="-228600" defTabSz="879475">
              <a:defRPr sz="1600">
                <a:solidFill>
                  <a:schemeClr val="tx1"/>
                </a:solidFill>
                <a:latin typeface="Helvetica" panose="020B0604020202020204" pitchFamily="34" charset="0"/>
                <a:ea typeface="MS PGothic" panose="020B0600070205080204" pitchFamily="34" charset="-128"/>
              </a:defRPr>
            </a:lvl4pPr>
            <a:lvl5pPr marL="2057400" indent="-228600" defTabSz="879475">
              <a:defRPr sz="1600">
                <a:solidFill>
                  <a:schemeClr val="tx1"/>
                </a:solidFill>
                <a:latin typeface="Helvetica" panose="020B0604020202020204"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89702E69-A796-456C-8856-48AD9C8C9A41}" type="slidenum">
              <a:rPr lang="en-US" altLang="en-US" sz="1200">
                <a:latin typeface="Times New Roman" panose="02020603050405020304" pitchFamily="18" charset="0"/>
              </a:rPr>
              <a:pPr/>
              <a:t>25</a:t>
            </a:fld>
            <a:endParaRPr lang="en-US" altLang="en-US" sz="1200">
              <a:latin typeface="Times New Roman" panose="02020603050405020304" pitchFamily="18" charset="0"/>
            </a:endParaRPr>
          </a:p>
        </p:txBody>
      </p:sp>
      <p:sp>
        <p:nvSpPr>
          <p:cNvPr id="104451" name="Rectangle 2"/>
          <p:cNvSpPr>
            <a:spLocks noGrp="1" noRot="1" noChangeAspect="1" noChangeArrowheads="1" noTextEdit="1"/>
          </p:cNvSpPr>
          <p:nvPr>
            <p:ph type="sldImg"/>
          </p:nvPr>
        </p:nvSpPr>
        <p:spPr>
          <a:ln/>
        </p:spPr>
      </p:sp>
      <p:sp>
        <p:nvSpPr>
          <p:cNvPr id="1044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en-US" sz="1200" dirty="0"/>
              <a:t>If a lock cannot be granted, the requesting transaction is made to wait till all incompatible locks held by other transactions have been released.  The lock is then granted.</a:t>
            </a:r>
          </a:p>
          <a:p>
            <a:endParaRPr lang="en-US" altLang="en-US" dirty="0">
              <a:latin typeface="Times New Roman" panose="02020603050405020304" pitchFamily="18" charset="0"/>
            </a:endParaRPr>
          </a:p>
        </p:txBody>
      </p:sp>
    </p:spTree>
    <p:extLst>
      <p:ext uri="{BB962C8B-B14F-4D97-AF65-F5344CB8AC3E}">
        <p14:creationId xmlns:p14="http://schemas.microsoft.com/office/powerpoint/2010/main" val="7305725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anose="020B0604020202020204" pitchFamily="34" charset="0"/>
                <a:ea typeface="MS PGothic" panose="020B0600070205080204" pitchFamily="34" charset="-128"/>
              </a:defRPr>
            </a:lvl1pPr>
            <a:lvl2pPr marL="742950" indent="-285750" defTabSz="879475">
              <a:defRPr sz="1600">
                <a:solidFill>
                  <a:schemeClr val="tx1"/>
                </a:solidFill>
                <a:latin typeface="Helvetica" panose="020B0604020202020204" pitchFamily="34" charset="0"/>
                <a:ea typeface="MS PGothic" panose="020B0600070205080204" pitchFamily="34" charset="-128"/>
              </a:defRPr>
            </a:lvl2pPr>
            <a:lvl3pPr marL="1143000" indent="-228600" defTabSz="879475">
              <a:defRPr sz="1600">
                <a:solidFill>
                  <a:schemeClr val="tx1"/>
                </a:solidFill>
                <a:latin typeface="Helvetica" panose="020B0604020202020204" pitchFamily="34" charset="0"/>
                <a:ea typeface="MS PGothic" panose="020B0600070205080204" pitchFamily="34" charset="-128"/>
              </a:defRPr>
            </a:lvl3pPr>
            <a:lvl4pPr marL="1600200" indent="-228600" defTabSz="879475">
              <a:defRPr sz="1600">
                <a:solidFill>
                  <a:schemeClr val="tx1"/>
                </a:solidFill>
                <a:latin typeface="Helvetica" panose="020B0604020202020204" pitchFamily="34" charset="0"/>
                <a:ea typeface="MS PGothic" panose="020B0600070205080204" pitchFamily="34" charset="-128"/>
              </a:defRPr>
            </a:lvl4pPr>
            <a:lvl5pPr marL="2057400" indent="-228600" defTabSz="879475">
              <a:defRPr sz="1600">
                <a:solidFill>
                  <a:schemeClr val="tx1"/>
                </a:solidFill>
                <a:latin typeface="Helvetica" panose="020B0604020202020204"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828A582B-3CD1-4357-870E-F2BE1FD49E70}" type="slidenum">
              <a:rPr lang="en-US" altLang="en-US" sz="1200">
                <a:latin typeface="Times New Roman" panose="02020603050405020304" pitchFamily="18" charset="0"/>
              </a:rPr>
              <a:pPr/>
              <a:t>26</a:t>
            </a:fld>
            <a:endParaRPr lang="en-US" altLang="en-US" sz="1200">
              <a:latin typeface="Times New Roman" panose="02020603050405020304" pitchFamily="18" charset="0"/>
            </a:endParaRPr>
          </a:p>
        </p:txBody>
      </p:sp>
      <p:sp>
        <p:nvSpPr>
          <p:cNvPr id="105475" name="Rectangle 2"/>
          <p:cNvSpPr>
            <a:spLocks noGrp="1" noRot="1" noChangeAspect="1" noChangeArrowheads="1" noTextEdit="1"/>
          </p:cNvSpPr>
          <p:nvPr>
            <p:ph type="sldImg"/>
          </p:nvPr>
        </p:nvSpPr>
        <p:spPr>
          <a:ln/>
        </p:spPr>
      </p:sp>
      <p:sp>
        <p:nvSpPr>
          <p:cNvPr id="1054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2874265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anose="020B0604020202020204" pitchFamily="34" charset="0"/>
                <a:ea typeface="MS PGothic" panose="020B0600070205080204" pitchFamily="34" charset="-128"/>
              </a:defRPr>
            </a:lvl1pPr>
            <a:lvl2pPr marL="742950" indent="-285750" defTabSz="879475">
              <a:defRPr sz="1600">
                <a:solidFill>
                  <a:schemeClr val="tx1"/>
                </a:solidFill>
                <a:latin typeface="Helvetica" panose="020B0604020202020204" pitchFamily="34" charset="0"/>
                <a:ea typeface="MS PGothic" panose="020B0600070205080204" pitchFamily="34" charset="-128"/>
              </a:defRPr>
            </a:lvl2pPr>
            <a:lvl3pPr marL="1143000" indent="-228600" defTabSz="879475">
              <a:defRPr sz="1600">
                <a:solidFill>
                  <a:schemeClr val="tx1"/>
                </a:solidFill>
                <a:latin typeface="Helvetica" panose="020B0604020202020204" pitchFamily="34" charset="0"/>
                <a:ea typeface="MS PGothic" panose="020B0600070205080204" pitchFamily="34" charset="-128"/>
              </a:defRPr>
            </a:lvl3pPr>
            <a:lvl4pPr marL="1600200" indent="-228600" defTabSz="879475">
              <a:defRPr sz="1600">
                <a:solidFill>
                  <a:schemeClr val="tx1"/>
                </a:solidFill>
                <a:latin typeface="Helvetica" panose="020B0604020202020204" pitchFamily="34" charset="0"/>
                <a:ea typeface="MS PGothic" panose="020B0600070205080204" pitchFamily="34" charset="-128"/>
              </a:defRPr>
            </a:lvl4pPr>
            <a:lvl5pPr marL="2057400" indent="-228600" defTabSz="879475">
              <a:defRPr sz="1600">
                <a:solidFill>
                  <a:schemeClr val="tx1"/>
                </a:solidFill>
                <a:latin typeface="Helvetica" panose="020B0604020202020204"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DB58FF41-950F-4F96-8279-E010A1BE69B8}" type="slidenum">
              <a:rPr lang="en-US" altLang="en-US" sz="1200">
                <a:latin typeface="Times New Roman" panose="02020603050405020304" pitchFamily="18" charset="0"/>
              </a:rPr>
              <a:pPr/>
              <a:t>28</a:t>
            </a:fld>
            <a:endParaRPr lang="en-US" altLang="en-US" sz="1200">
              <a:latin typeface="Times New Roman" panose="02020603050405020304" pitchFamily="18" charset="0"/>
            </a:endParaRPr>
          </a:p>
        </p:txBody>
      </p:sp>
      <p:sp>
        <p:nvSpPr>
          <p:cNvPr id="106499" name="Rectangle 2"/>
          <p:cNvSpPr>
            <a:spLocks noGrp="1" noRot="1" noChangeAspect="1" noChangeArrowheads="1" noTextEdit="1"/>
          </p:cNvSpPr>
          <p:nvPr>
            <p:ph type="sldImg"/>
          </p:nvPr>
        </p:nvSpPr>
        <p:spPr>
          <a:ln/>
        </p:spPr>
      </p:sp>
      <p:sp>
        <p:nvSpPr>
          <p:cNvPr id="1065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984184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anose="020B0604020202020204" pitchFamily="34" charset="0"/>
                <a:ea typeface="MS PGothic" panose="020B0600070205080204" pitchFamily="34" charset="-128"/>
              </a:defRPr>
            </a:lvl1pPr>
            <a:lvl2pPr marL="742950" indent="-285750" defTabSz="879475">
              <a:defRPr sz="1600">
                <a:solidFill>
                  <a:schemeClr val="tx1"/>
                </a:solidFill>
                <a:latin typeface="Helvetica" panose="020B0604020202020204" pitchFamily="34" charset="0"/>
                <a:ea typeface="MS PGothic" panose="020B0600070205080204" pitchFamily="34" charset="-128"/>
              </a:defRPr>
            </a:lvl2pPr>
            <a:lvl3pPr marL="1143000" indent="-228600" defTabSz="879475">
              <a:defRPr sz="1600">
                <a:solidFill>
                  <a:schemeClr val="tx1"/>
                </a:solidFill>
                <a:latin typeface="Helvetica" panose="020B0604020202020204" pitchFamily="34" charset="0"/>
                <a:ea typeface="MS PGothic" panose="020B0600070205080204" pitchFamily="34" charset="-128"/>
              </a:defRPr>
            </a:lvl3pPr>
            <a:lvl4pPr marL="1600200" indent="-228600" defTabSz="879475">
              <a:defRPr sz="1600">
                <a:solidFill>
                  <a:schemeClr val="tx1"/>
                </a:solidFill>
                <a:latin typeface="Helvetica" panose="020B0604020202020204" pitchFamily="34" charset="0"/>
                <a:ea typeface="MS PGothic" panose="020B0600070205080204" pitchFamily="34" charset="-128"/>
              </a:defRPr>
            </a:lvl4pPr>
            <a:lvl5pPr marL="2057400" indent="-228600" defTabSz="879475">
              <a:defRPr sz="1600">
                <a:solidFill>
                  <a:schemeClr val="tx1"/>
                </a:solidFill>
                <a:latin typeface="Helvetica" panose="020B0604020202020204"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223A6097-897E-46D6-809E-2E2D3FD64F82}" type="slidenum">
              <a:rPr lang="en-US" altLang="en-US" sz="1200">
                <a:latin typeface="Times New Roman" panose="02020603050405020304" pitchFamily="18" charset="0"/>
              </a:rPr>
              <a:pPr/>
              <a:t>29</a:t>
            </a:fld>
            <a:endParaRPr lang="en-US" altLang="en-US" sz="1200">
              <a:latin typeface="Times New Roman" panose="02020603050405020304" pitchFamily="18" charset="0"/>
            </a:endParaRPr>
          </a:p>
        </p:txBody>
      </p:sp>
      <p:sp>
        <p:nvSpPr>
          <p:cNvPr id="107523" name="Rectangle 2"/>
          <p:cNvSpPr>
            <a:spLocks noGrp="1" noRot="1" noChangeAspect="1" noChangeArrowheads="1" noTextEdit="1"/>
          </p:cNvSpPr>
          <p:nvPr>
            <p:ph type="sldImg"/>
          </p:nvPr>
        </p:nvSpPr>
        <p:spPr>
          <a:ln/>
        </p:spPr>
      </p:sp>
      <p:sp>
        <p:nvSpPr>
          <p:cNvPr id="1075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0612387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anose="020B0604020202020204" pitchFamily="34" charset="0"/>
                <a:ea typeface="MS PGothic" panose="020B0600070205080204" pitchFamily="34" charset="-128"/>
              </a:defRPr>
            </a:lvl1pPr>
            <a:lvl2pPr marL="742950" indent="-285750" defTabSz="879475">
              <a:defRPr sz="1600">
                <a:solidFill>
                  <a:schemeClr val="tx1"/>
                </a:solidFill>
                <a:latin typeface="Helvetica" panose="020B0604020202020204" pitchFamily="34" charset="0"/>
                <a:ea typeface="MS PGothic" panose="020B0600070205080204" pitchFamily="34" charset="-128"/>
              </a:defRPr>
            </a:lvl2pPr>
            <a:lvl3pPr marL="1143000" indent="-228600" defTabSz="879475">
              <a:defRPr sz="1600">
                <a:solidFill>
                  <a:schemeClr val="tx1"/>
                </a:solidFill>
                <a:latin typeface="Helvetica" panose="020B0604020202020204" pitchFamily="34" charset="0"/>
                <a:ea typeface="MS PGothic" panose="020B0600070205080204" pitchFamily="34" charset="-128"/>
              </a:defRPr>
            </a:lvl3pPr>
            <a:lvl4pPr marL="1600200" indent="-228600" defTabSz="879475">
              <a:defRPr sz="1600">
                <a:solidFill>
                  <a:schemeClr val="tx1"/>
                </a:solidFill>
                <a:latin typeface="Helvetica" panose="020B0604020202020204" pitchFamily="34" charset="0"/>
                <a:ea typeface="MS PGothic" panose="020B0600070205080204" pitchFamily="34" charset="-128"/>
              </a:defRPr>
            </a:lvl4pPr>
            <a:lvl5pPr marL="2057400" indent="-228600" defTabSz="879475">
              <a:defRPr sz="1600">
                <a:solidFill>
                  <a:schemeClr val="tx1"/>
                </a:solidFill>
                <a:latin typeface="Helvetica" panose="020B0604020202020204"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F982EC89-B20C-4094-938B-231411E2148A}" type="slidenum">
              <a:rPr lang="en-US" altLang="en-US" sz="1200">
                <a:latin typeface="Times New Roman" panose="02020603050405020304" pitchFamily="18" charset="0"/>
              </a:rPr>
              <a:pPr/>
              <a:t>30</a:t>
            </a:fld>
            <a:endParaRPr lang="en-US" altLang="en-US" sz="1200">
              <a:latin typeface="Times New Roman" panose="02020603050405020304" pitchFamily="18" charset="0"/>
            </a:endParaRPr>
          </a:p>
        </p:txBody>
      </p:sp>
      <p:sp>
        <p:nvSpPr>
          <p:cNvPr id="108547" name="Rectangle 2"/>
          <p:cNvSpPr>
            <a:spLocks noGrp="1" noRot="1" noChangeAspect="1" noChangeArrowheads="1" noTextEdit="1"/>
          </p:cNvSpPr>
          <p:nvPr>
            <p:ph type="sldImg"/>
          </p:nvPr>
        </p:nvSpPr>
        <p:spPr>
          <a:ln/>
        </p:spPr>
      </p:sp>
      <p:sp>
        <p:nvSpPr>
          <p:cNvPr id="1085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6279106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anose="020B0604020202020204" pitchFamily="34" charset="0"/>
                <a:ea typeface="MS PGothic" panose="020B0600070205080204" pitchFamily="34" charset="-128"/>
              </a:defRPr>
            </a:lvl1pPr>
            <a:lvl2pPr marL="742950" indent="-285750" defTabSz="879475">
              <a:defRPr sz="1600">
                <a:solidFill>
                  <a:schemeClr val="tx1"/>
                </a:solidFill>
                <a:latin typeface="Helvetica" panose="020B0604020202020204" pitchFamily="34" charset="0"/>
                <a:ea typeface="MS PGothic" panose="020B0600070205080204" pitchFamily="34" charset="-128"/>
              </a:defRPr>
            </a:lvl2pPr>
            <a:lvl3pPr marL="1143000" indent="-228600" defTabSz="879475">
              <a:defRPr sz="1600">
                <a:solidFill>
                  <a:schemeClr val="tx1"/>
                </a:solidFill>
                <a:latin typeface="Helvetica" panose="020B0604020202020204" pitchFamily="34" charset="0"/>
                <a:ea typeface="MS PGothic" panose="020B0600070205080204" pitchFamily="34" charset="-128"/>
              </a:defRPr>
            </a:lvl3pPr>
            <a:lvl4pPr marL="1600200" indent="-228600" defTabSz="879475">
              <a:defRPr sz="1600">
                <a:solidFill>
                  <a:schemeClr val="tx1"/>
                </a:solidFill>
                <a:latin typeface="Helvetica" panose="020B0604020202020204" pitchFamily="34" charset="0"/>
                <a:ea typeface="MS PGothic" panose="020B0600070205080204" pitchFamily="34" charset="-128"/>
              </a:defRPr>
            </a:lvl4pPr>
            <a:lvl5pPr marL="2057400" indent="-228600" defTabSz="879475">
              <a:defRPr sz="1600">
                <a:solidFill>
                  <a:schemeClr val="tx1"/>
                </a:solidFill>
                <a:latin typeface="Helvetica" panose="020B0604020202020204"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4C457AB9-3BFC-4073-B22E-4956C57EECC1}" type="slidenum">
              <a:rPr lang="en-US" altLang="en-US" sz="1200">
                <a:latin typeface="Times New Roman" panose="02020603050405020304" pitchFamily="18" charset="0"/>
              </a:rPr>
              <a:pPr/>
              <a:t>31</a:t>
            </a:fld>
            <a:endParaRPr lang="en-US" altLang="en-US" sz="1200">
              <a:latin typeface="Times New Roman" panose="02020603050405020304" pitchFamily="18" charset="0"/>
            </a:endParaRPr>
          </a:p>
        </p:txBody>
      </p:sp>
      <p:sp>
        <p:nvSpPr>
          <p:cNvPr id="109571" name="Rectangle 2"/>
          <p:cNvSpPr>
            <a:spLocks noGrp="1" noRot="1" noChangeAspect="1" noChangeArrowheads="1" noTextEdit="1"/>
          </p:cNvSpPr>
          <p:nvPr>
            <p:ph type="sldImg"/>
          </p:nvPr>
        </p:nvSpPr>
        <p:spPr>
          <a:ln/>
        </p:spPr>
      </p:sp>
      <p:sp>
        <p:nvSpPr>
          <p:cNvPr id="1095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65644425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anose="020B0604020202020204" pitchFamily="34" charset="0"/>
                <a:ea typeface="MS PGothic" panose="020B0600070205080204" pitchFamily="34" charset="-128"/>
              </a:defRPr>
            </a:lvl1pPr>
            <a:lvl2pPr marL="742950" indent="-285750" defTabSz="879475">
              <a:defRPr sz="1600">
                <a:solidFill>
                  <a:schemeClr val="tx1"/>
                </a:solidFill>
                <a:latin typeface="Helvetica" panose="020B0604020202020204" pitchFamily="34" charset="0"/>
                <a:ea typeface="MS PGothic" panose="020B0600070205080204" pitchFamily="34" charset="-128"/>
              </a:defRPr>
            </a:lvl2pPr>
            <a:lvl3pPr marL="1143000" indent="-228600" defTabSz="879475">
              <a:defRPr sz="1600">
                <a:solidFill>
                  <a:schemeClr val="tx1"/>
                </a:solidFill>
                <a:latin typeface="Helvetica" panose="020B0604020202020204" pitchFamily="34" charset="0"/>
                <a:ea typeface="MS PGothic" panose="020B0600070205080204" pitchFamily="34" charset="-128"/>
              </a:defRPr>
            </a:lvl3pPr>
            <a:lvl4pPr marL="1600200" indent="-228600" defTabSz="879475">
              <a:defRPr sz="1600">
                <a:solidFill>
                  <a:schemeClr val="tx1"/>
                </a:solidFill>
                <a:latin typeface="Helvetica" panose="020B0604020202020204" pitchFamily="34" charset="0"/>
                <a:ea typeface="MS PGothic" panose="020B0600070205080204" pitchFamily="34" charset="-128"/>
              </a:defRPr>
            </a:lvl4pPr>
            <a:lvl5pPr marL="2057400" indent="-228600" defTabSz="879475">
              <a:defRPr sz="1600">
                <a:solidFill>
                  <a:schemeClr val="tx1"/>
                </a:solidFill>
                <a:latin typeface="Helvetica" panose="020B0604020202020204"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2C588688-530E-4253-AC88-F094F75C031C}" type="slidenum">
              <a:rPr lang="en-US" altLang="en-US" sz="1200">
                <a:latin typeface="Times New Roman" panose="02020603050405020304" pitchFamily="18" charset="0"/>
              </a:rPr>
              <a:pPr/>
              <a:t>32</a:t>
            </a:fld>
            <a:endParaRPr lang="en-US" altLang="en-US" sz="1200">
              <a:latin typeface="Times New Roman" panose="02020603050405020304" pitchFamily="18" charset="0"/>
            </a:endParaRPr>
          </a:p>
        </p:txBody>
      </p:sp>
      <p:sp>
        <p:nvSpPr>
          <p:cNvPr id="110595" name="Rectangle 2"/>
          <p:cNvSpPr>
            <a:spLocks noGrp="1" noRot="1" noChangeAspect="1" noChangeArrowheads="1" noTextEdit="1"/>
          </p:cNvSpPr>
          <p:nvPr>
            <p:ph type="sldImg"/>
          </p:nvPr>
        </p:nvSpPr>
        <p:spPr>
          <a:ln/>
        </p:spPr>
      </p:sp>
      <p:sp>
        <p:nvSpPr>
          <p:cNvPr id="1105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75768604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anose="020B0604020202020204" pitchFamily="34" charset="0"/>
                <a:ea typeface="MS PGothic" panose="020B0600070205080204" pitchFamily="34" charset="-128"/>
              </a:defRPr>
            </a:lvl1pPr>
            <a:lvl2pPr marL="742950" indent="-285750" defTabSz="879475">
              <a:defRPr sz="1600">
                <a:solidFill>
                  <a:schemeClr val="tx1"/>
                </a:solidFill>
                <a:latin typeface="Helvetica" panose="020B0604020202020204" pitchFamily="34" charset="0"/>
                <a:ea typeface="MS PGothic" panose="020B0600070205080204" pitchFamily="34" charset="-128"/>
              </a:defRPr>
            </a:lvl2pPr>
            <a:lvl3pPr marL="1143000" indent="-228600" defTabSz="879475">
              <a:defRPr sz="1600">
                <a:solidFill>
                  <a:schemeClr val="tx1"/>
                </a:solidFill>
                <a:latin typeface="Helvetica" panose="020B0604020202020204" pitchFamily="34" charset="0"/>
                <a:ea typeface="MS PGothic" panose="020B0600070205080204" pitchFamily="34" charset="-128"/>
              </a:defRPr>
            </a:lvl3pPr>
            <a:lvl4pPr marL="1600200" indent="-228600" defTabSz="879475">
              <a:defRPr sz="1600">
                <a:solidFill>
                  <a:schemeClr val="tx1"/>
                </a:solidFill>
                <a:latin typeface="Helvetica" panose="020B0604020202020204" pitchFamily="34" charset="0"/>
                <a:ea typeface="MS PGothic" panose="020B0600070205080204" pitchFamily="34" charset="-128"/>
              </a:defRPr>
            </a:lvl4pPr>
            <a:lvl5pPr marL="2057400" indent="-228600" defTabSz="879475">
              <a:defRPr sz="1600">
                <a:solidFill>
                  <a:schemeClr val="tx1"/>
                </a:solidFill>
                <a:latin typeface="Helvetica" panose="020B0604020202020204"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2C588688-530E-4253-AC88-F094F75C031C}" type="slidenum">
              <a:rPr lang="en-US" altLang="en-US" sz="1200">
                <a:latin typeface="Times New Roman" panose="02020603050405020304" pitchFamily="18" charset="0"/>
              </a:rPr>
              <a:pPr/>
              <a:t>33</a:t>
            </a:fld>
            <a:endParaRPr lang="en-US" altLang="en-US" sz="1200">
              <a:latin typeface="Times New Roman" panose="02020603050405020304" pitchFamily="18" charset="0"/>
            </a:endParaRPr>
          </a:p>
        </p:txBody>
      </p:sp>
      <p:sp>
        <p:nvSpPr>
          <p:cNvPr id="110595" name="Rectangle 2"/>
          <p:cNvSpPr>
            <a:spLocks noGrp="1" noRot="1" noChangeAspect="1" noChangeArrowheads="1" noTextEdit="1"/>
          </p:cNvSpPr>
          <p:nvPr>
            <p:ph type="sldImg"/>
          </p:nvPr>
        </p:nvSpPr>
        <p:spPr>
          <a:ln/>
        </p:spPr>
      </p:sp>
      <p:sp>
        <p:nvSpPr>
          <p:cNvPr id="1105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23031072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anose="020B0604020202020204" pitchFamily="34" charset="0"/>
                <a:ea typeface="MS PGothic" panose="020B0600070205080204" pitchFamily="34" charset="-128"/>
              </a:defRPr>
            </a:lvl1pPr>
            <a:lvl2pPr marL="742950" indent="-285750" defTabSz="879475">
              <a:defRPr sz="1600">
                <a:solidFill>
                  <a:schemeClr val="tx1"/>
                </a:solidFill>
                <a:latin typeface="Helvetica" panose="020B0604020202020204" pitchFamily="34" charset="0"/>
                <a:ea typeface="MS PGothic" panose="020B0600070205080204" pitchFamily="34" charset="-128"/>
              </a:defRPr>
            </a:lvl2pPr>
            <a:lvl3pPr marL="1143000" indent="-228600" defTabSz="879475">
              <a:defRPr sz="1600">
                <a:solidFill>
                  <a:schemeClr val="tx1"/>
                </a:solidFill>
                <a:latin typeface="Helvetica" panose="020B0604020202020204" pitchFamily="34" charset="0"/>
                <a:ea typeface="MS PGothic" panose="020B0600070205080204" pitchFamily="34" charset="-128"/>
              </a:defRPr>
            </a:lvl3pPr>
            <a:lvl4pPr marL="1600200" indent="-228600" defTabSz="879475">
              <a:defRPr sz="1600">
                <a:solidFill>
                  <a:schemeClr val="tx1"/>
                </a:solidFill>
                <a:latin typeface="Helvetica" panose="020B0604020202020204" pitchFamily="34" charset="0"/>
                <a:ea typeface="MS PGothic" panose="020B0600070205080204" pitchFamily="34" charset="-128"/>
              </a:defRPr>
            </a:lvl4pPr>
            <a:lvl5pPr marL="2057400" indent="-228600" defTabSz="879475">
              <a:defRPr sz="1600">
                <a:solidFill>
                  <a:schemeClr val="tx1"/>
                </a:solidFill>
                <a:latin typeface="Helvetica" panose="020B0604020202020204"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EC3DE15F-304C-4F8B-973C-37594E88A915}" type="slidenum">
              <a:rPr lang="en-US" altLang="en-US" sz="1200">
                <a:latin typeface="Times New Roman" panose="02020603050405020304" pitchFamily="18" charset="0"/>
              </a:rPr>
              <a:pPr/>
              <a:t>34</a:t>
            </a:fld>
            <a:endParaRPr lang="en-US" altLang="en-US" sz="1200">
              <a:latin typeface="Times New Roman" panose="02020603050405020304" pitchFamily="18" charset="0"/>
            </a:endParaRPr>
          </a:p>
        </p:txBody>
      </p:sp>
      <p:sp>
        <p:nvSpPr>
          <p:cNvPr id="111619" name="Rectangle 2"/>
          <p:cNvSpPr>
            <a:spLocks noGrp="1" noRot="1" noChangeAspect="1" noChangeArrowheads="1" noTextEdit="1"/>
          </p:cNvSpPr>
          <p:nvPr>
            <p:ph type="sldImg"/>
          </p:nvPr>
        </p:nvSpPr>
        <p:spPr>
          <a:ln/>
        </p:spPr>
      </p:sp>
      <p:sp>
        <p:nvSpPr>
          <p:cNvPr id="1116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403953590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anose="020B0604020202020204" pitchFamily="34" charset="0"/>
                <a:ea typeface="MS PGothic" panose="020B0600070205080204" pitchFamily="34" charset="-128"/>
              </a:defRPr>
            </a:lvl1pPr>
            <a:lvl2pPr marL="742950" indent="-285750" defTabSz="879475">
              <a:defRPr sz="1600">
                <a:solidFill>
                  <a:schemeClr val="tx1"/>
                </a:solidFill>
                <a:latin typeface="Helvetica" panose="020B0604020202020204" pitchFamily="34" charset="0"/>
                <a:ea typeface="MS PGothic" panose="020B0600070205080204" pitchFamily="34" charset="-128"/>
              </a:defRPr>
            </a:lvl2pPr>
            <a:lvl3pPr marL="1143000" indent="-228600" defTabSz="879475">
              <a:defRPr sz="1600">
                <a:solidFill>
                  <a:schemeClr val="tx1"/>
                </a:solidFill>
                <a:latin typeface="Helvetica" panose="020B0604020202020204" pitchFamily="34" charset="0"/>
                <a:ea typeface="MS PGothic" panose="020B0600070205080204" pitchFamily="34" charset="-128"/>
              </a:defRPr>
            </a:lvl3pPr>
            <a:lvl4pPr marL="1600200" indent="-228600" defTabSz="879475">
              <a:defRPr sz="1600">
                <a:solidFill>
                  <a:schemeClr val="tx1"/>
                </a:solidFill>
                <a:latin typeface="Helvetica" panose="020B0604020202020204" pitchFamily="34" charset="0"/>
                <a:ea typeface="MS PGothic" panose="020B0600070205080204" pitchFamily="34" charset="-128"/>
              </a:defRPr>
            </a:lvl4pPr>
            <a:lvl5pPr marL="2057400" indent="-228600" defTabSz="879475">
              <a:defRPr sz="1600">
                <a:solidFill>
                  <a:schemeClr val="tx1"/>
                </a:solidFill>
                <a:latin typeface="Helvetica" panose="020B0604020202020204"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D7216424-5483-4674-976A-4CF840959603}" type="slidenum">
              <a:rPr lang="en-US" altLang="en-US" sz="1200">
                <a:latin typeface="Times New Roman" panose="02020603050405020304" pitchFamily="18" charset="0"/>
              </a:rPr>
              <a:pPr/>
              <a:t>35</a:t>
            </a:fld>
            <a:endParaRPr lang="en-US" altLang="en-US" sz="1200">
              <a:latin typeface="Times New Roman" panose="02020603050405020304" pitchFamily="18" charset="0"/>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64269673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anose="020B0604020202020204" pitchFamily="34" charset="0"/>
                <a:ea typeface="MS PGothic" panose="020B0600070205080204" pitchFamily="34" charset="-128"/>
              </a:defRPr>
            </a:lvl1pPr>
            <a:lvl2pPr marL="742950" indent="-285750" defTabSz="879475">
              <a:defRPr sz="1600">
                <a:solidFill>
                  <a:schemeClr val="tx1"/>
                </a:solidFill>
                <a:latin typeface="Helvetica" panose="020B0604020202020204" pitchFamily="34" charset="0"/>
                <a:ea typeface="MS PGothic" panose="020B0600070205080204" pitchFamily="34" charset="-128"/>
              </a:defRPr>
            </a:lvl2pPr>
            <a:lvl3pPr marL="1143000" indent="-228600" defTabSz="879475">
              <a:defRPr sz="1600">
                <a:solidFill>
                  <a:schemeClr val="tx1"/>
                </a:solidFill>
                <a:latin typeface="Helvetica" panose="020B0604020202020204" pitchFamily="34" charset="0"/>
                <a:ea typeface="MS PGothic" panose="020B0600070205080204" pitchFamily="34" charset="-128"/>
              </a:defRPr>
            </a:lvl3pPr>
            <a:lvl4pPr marL="1600200" indent="-228600" defTabSz="879475">
              <a:defRPr sz="1600">
                <a:solidFill>
                  <a:schemeClr val="tx1"/>
                </a:solidFill>
                <a:latin typeface="Helvetica" panose="020B0604020202020204" pitchFamily="34" charset="0"/>
                <a:ea typeface="MS PGothic" panose="020B0600070205080204" pitchFamily="34" charset="-128"/>
              </a:defRPr>
            </a:lvl4pPr>
            <a:lvl5pPr marL="2057400" indent="-228600" defTabSz="879475">
              <a:defRPr sz="1600">
                <a:solidFill>
                  <a:schemeClr val="tx1"/>
                </a:solidFill>
                <a:latin typeface="Helvetica" panose="020B0604020202020204"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5D0E9FD9-D26A-4801-8463-8811DB58E320}" type="slidenum">
              <a:rPr lang="en-US" altLang="en-US" sz="1200">
                <a:latin typeface="Times New Roman" panose="02020603050405020304" pitchFamily="18" charset="0"/>
              </a:rPr>
              <a:pPr/>
              <a:t>36</a:t>
            </a:fld>
            <a:endParaRPr lang="en-US" altLang="en-US" sz="1200">
              <a:latin typeface="Times New Roman" panose="02020603050405020304" pitchFamily="18" charset="0"/>
            </a:endParaRPr>
          </a:p>
        </p:txBody>
      </p:sp>
      <p:sp>
        <p:nvSpPr>
          <p:cNvPr id="113667" name="Rectangle 2"/>
          <p:cNvSpPr>
            <a:spLocks noGrp="1" noRot="1" noChangeAspect="1" noChangeArrowheads="1" noTextEdit="1"/>
          </p:cNvSpPr>
          <p:nvPr>
            <p:ph type="sldImg"/>
          </p:nvPr>
        </p:nvSpPr>
        <p:spPr>
          <a:ln/>
        </p:spPr>
      </p:sp>
      <p:sp>
        <p:nvSpPr>
          <p:cNvPr id="1136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86425028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anose="020B0604020202020204" pitchFamily="34" charset="0"/>
                <a:ea typeface="MS PGothic" panose="020B0600070205080204" pitchFamily="34" charset="-128"/>
              </a:defRPr>
            </a:lvl1pPr>
            <a:lvl2pPr marL="742950" indent="-285750" defTabSz="879475">
              <a:defRPr sz="1600">
                <a:solidFill>
                  <a:schemeClr val="tx1"/>
                </a:solidFill>
                <a:latin typeface="Helvetica" panose="020B0604020202020204" pitchFamily="34" charset="0"/>
                <a:ea typeface="MS PGothic" panose="020B0600070205080204" pitchFamily="34" charset="-128"/>
              </a:defRPr>
            </a:lvl2pPr>
            <a:lvl3pPr marL="1143000" indent="-228600" defTabSz="879475">
              <a:defRPr sz="1600">
                <a:solidFill>
                  <a:schemeClr val="tx1"/>
                </a:solidFill>
                <a:latin typeface="Helvetica" panose="020B0604020202020204" pitchFamily="34" charset="0"/>
                <a:ea typeface="MS PGothic" panose="020B0600070205080204" pitchFamily="34" charset="-128"/>
              </a:defRPr>
            </a:lvl3pPr>
            <a:lvl4pPr marL="1600200" indent="-228600" defTabSz="879475">
              <a:defRPr sz="1600">
                <a:solidFill>
                  <a:schemeClr val="tx1"/>
                </a:solidFill>
                <a:latin typeface="Helvetica" panose="020B0604020202020204" pitchFamily="34" charset="0"/>
                <a:ea typeface="MS PGothic" panose="020B0600070205080204" pitchFamily="34" charset="-128"/>
              </a:defRPr>
            </a:lvl4pPr>
            <a:lvl5pPr marL="2057400" indent="-228600" defTabSz="879475">
              <a:defRPr sz="1600">
                <a:solidFill>
                  <a:schemeClr val="tx1"/>
                </a:solidFill>
                <a:latin typeface="Helvetica" panose="020B0604020202020204"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BF98A016-F54F-4898-8554-458A48F2F13C}" type="slidenum">
              <a:rPr lang="en-US" altLang="en-US" sz="1200">
                <a:latin typeface="Times New Roman" panose="02020603050405020304" pitchFamily="18" charset="0"/>
              </a:rPr>
              <a:pPr/>
              <a:t>37</a:t>
            </a:fld>
            <a:endParaRPr lang="en-US" altLang="en-US" sz="1200">
              <a:latin typeface="Times New Roman" panose="02020603050405020304" pitchFamily="18" charset="0"/>
            </a:endParaRPr>
          </a:p>
        </p:txBody>
      </p:sp>
      <p:sp>
        <p:nvSpPr>
          <p:cNvPr id="119811" name="Rectangle 2"/>
          <p:cNvSpPr>
            <a:spLocks noGrp="1" noRot="1" noChangeAspect="1" noChangeArrowheads="1" noTextEdit="1"/>
          </p:cNvSpPr>
          <p:nvPr>
            <p:ph type="sldImg"/>
          </p:nvPr>
        </p:nvSpPr>
        <p:spPr>
          <a:ln/>
        </p:spPr>
      </p:sp>
      <p:sp>
        <p:nvSpPr>
          <p:cNvPr id="1198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72688672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anose="020B0604020202020204" pitchFamily="34" charset="0"/>
                <a:ea typeface="MS PGothic" panose="020B0600070205080204" pitchFamily="34" charset="-128"/>
              </a:defRPr>
            </a:lvl1pPr>
            <a:lvl2pPr marL="742950" indent="-285750" defTabSz="879475">
              <a:defRPr sz="1600">
                <a:solidFill>
                  <a:schemeClr val="tx1"/>
                </a:solidFill>
                <a:latin typeface="Helvetica" panose="020B0604020202020204" pitchFamily="34" charset="0"/>
                <a:ea typeface="MS PGothic" panose="020B0600070205080204" pitchFamily="34" charset="-128"/>
              </a:defRPr>
            </a:lvl2pPr>
            <a:lvl3pPr marL="1143000" indent="-228600" defTabSz="879475">
              <a:defRPr sz="1600">
                <a:solidFill>
                  <a:schemeClr val="tx1"/>
                </a:solidFill>
                <a:latin typeface="Helvetica" panose="020B0604020202020204" pitchFamily="34" charset="0"/>
                <a:ea typeface="MS PGothic" panose="020B0600070205080204" pitchFamily="34" charset="-128"/>
              </a:defRPr>
            </a:lvl3pPr>
            <a:lvl4pPr marL="1600200" indent="-228600" defTabSz="879475">
              <a:defRPr sz="1600">
                <a:solidFill>
                  <a:schemeClr val="tx1"/>
                </a:solidFill>
                <a:latin typeface="Helvetica" panose="020B0604020202020204" pitchFamily="34" charset="0"/>
                <a:ea typeface="MS PGothic" panose="020B0600070205080204" pitchFamily="34" charset="-128"/>
              </a:defRPr>
            </a:lvl4pPr>
            <a:lvl5pPr marL="2057400" indent="-228600" defTabSz="879475">
              <a:defRPr sz="1600">
                <a:solidFill>
                  <a:schemeClr val="tx1"/>
                </a:solidFill>
                <a:latin typeface="Helvetica" panose="020B0604020202020204"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2F482EFC-DA03-4276-85F4-EF7CA60623D5}" type="slidenum">
              <a:rPr lang="en-US" altLang="en-US" sz="1200">
                <a:latin typeface="Times New Roman" panose="02020603050405020304" pitchFamily="18" charset="0"/>
              </a:rPr>
              <a:pPr/>
              <a:t>38</a:t>
            </a:fld>
            <a:endParaRPr lang="en-US" altLang="en-US" sz="1200">
              <a:latin typeface="Times New Roman" panose="02020603050405020304" pitchFamily="18" charset="0"/>
            </a:endParaRPr>
          </a:p>
        </p:txBody>
      </p:sp>
      <p:sp>
        <p:nvSpPr>
          <p:cNvPr id="120835" name="Rectangle 2"/>
          <p:cNvSpPr>
            <a:spLocks noGrp="1" noRot="1" noChangeAspect="1" noChangeArrowheads="1" noTextEdit="1"/>
          </p:cNvSpPr>
          <p:nvPr>
            <p:ph type="sldImg"/>
          </p:nvPr>
        </p:nvSpPr>
        <p:spPr>
          <a:ln/>
        </p:spPr>
      </p:sp>
      <p:sp>
        <p:nvSpPr>
          <p:cNvPr id="1208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50902605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anose="020B0604020202020204" pitchFamily="34" charset="0"/>
                <a:ea typeface="MS PGothic" panose="020B0600070205080204" pitchFamily="34" charset="-128"/>
              </a:defRPr>
            </a:lvl1pPr>
            <a:lvl2pPr marL="742950" indent="-285750" defTabSz="879475">
              <a:defRPr sz="1600">
                <a:solidFill>
                  <a:schemeClr val="tx1"/>
                </a:solidFill>
                <a:latin typeface="Helvetica" panose="020B0604020202020204" pitchFamily="34" charset="0"/>
                <a:ea typeface="MS PGothic" panose="020B0600070205080204" pitchFamily="34" charset="-128"/>
              </a:defRPr>
            </a:lvl2pPr>
            <a:lvl3pPr marL="1143000" indent="-228600" defTabSz="879475">
              <a:defRPr sz="1600">
                <a:solidFill>
                  <a:schemeClr val="tx1"/>
                </a:solidFill>
                <a:latin typeface="Helvetica" panose="020B0604020202020204" pitchFamily="34" charset="0"/>
                <a:ea typeface="MS PGothic" panose="020B0600070205080204" pitchFamily="34" charset="-128"/>
              </a:defRPr>
            </a:lvl3pPr>
            <a:lvl4pPr marL="1600200" indent="-228600" defTabSz="879475">
              <a:defRPr sz="1600">
                <a:solidFill>
                  <a:schemeClr val="tx1"/>
                </a:solidFill>
                <a:latin typeface="Helvetica" panose="020B0604020202020204" pitchFamily="34" charset="0"/>
                <a:ea typeface="MS PGothic" panose="020B0600070205080204" pitchFamily="34" charset="-128"/>
              </a:defRPr>
            </a:lvl4pPr>
            <a:lvl5pPr marL="2057400" indent="-228600" defTabSz="879475">
              <a:defRPr sz="1600">
                <a:solidFill>
                  <a:schemeClr val="tx1"/>
                </a:solidFill>
                <a:latin typeface="Helvetica" panose="020B0604020202020204"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A197FB18-F33B-4585-AE4B-7195EC71C23B}" type="slidenum">
              <a:rPr lang="en-US" altLang="en-US" sz="1200">
                <a:latin typeface="Times New Roman" panose="02020603050405020304" pitchFamily="18" charset="0"/>
              </a:rPr>
              <a:pPr/>
              <a:t>39</a:t>
            </a:fld>
            <a:endParaRPr lang="en-US" altLang="en-US" sz="1200">
              <a:latin typeface="Times New Roman" panose="02020603050405020304" pitchFamily="18" charset="0"/>
            </a:endParaRPr>
          </a:p>
        </p:txBody>
      </p:sp>
      <p:sp>
        <p:nvSpPr>
          <p:cNvPr id="121859" name="Rectangle 2"/>
          <p:cNvSpPr>
            <a:spLocks noGrp="1" noRot="1" noChangeAspect="1" noChangeArrowheads="1" noTextEdit="1"/>
          </p:cNvSpPr>
          <p:nvPr>
            <p:ph type="sldImg"/>
          </p:nvPr>
        </p:nvSpPr>
        <p:spPr>
          <a:ln/>
        </p:spPr>
      </p:sp>
      <p:sp>
        <p:nvSpPr>
          <p:cNvPr id="1218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35176607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anose="020B0604020202020204" pitchFamily="34" charset="0"/>
                <a:ea typeface="MS PGothic" panose="020B0600070205080204" pitchFamily="34" charset="-128"/>
              </a:defRPr>
            </a:lvl1pPr>
            <a:lvl2pPr marL="742950" indent="-285750" defTabSz="879475">
              <a:defRPr sz="1600">
                <a:solidFill>
                  <a:schemeClr val="tx1"/>
                </a:solidFill>
                <a:latin typeface="Helvetica" panose="020B0604020202020204" pitchFamily="34" charset="0"/>
                <a:ea typeface="MS PGothic" panose="020B0600070205080204" pitchFamily="34" charset="-128"/>
              </a:defRPr>
            </a:lvl2pPr>
            <a:lvl3pPr marL="1143000" indent="-228600" defTabSz="879475">
              <a:defRPr sz="1600">
                <a:solidFill>
                  <a:schemeClr val="tx1"/>
                </a:solidFill>
                <a:latin typeface="Helvetica" panose="020B0604020202020204" pitchFamily="34" charset="0"/>
                <a:ea typeface="MS PGothic" panose="020B0600070205080204" pitchFamily="34" charset="-128"/>
              </a:defRPr>
            </a:lvl3pPr>
            <a:lvl4pPr marL="1600200" indent="-228600" defTabSz="879475">
              <a:defRPr sz="1600">
                <a:solidFill>
                  <a:schemeClr val="tx1"/>
                </a:solidFill>
                <a:latin typeface="Helvetica" panose="020B0604020202020204" pitchFamily="34" charset="0"/>
                <a:ea typeface="MS PGothic" panose="020B0600070205080204" pitchFamily="34" charset="-128"/>
              </a:defRPr>
            </a:lvl4pPr>
            <a:lvl5pPr marL="2057400" indent="-228600" defTabSz="879475">
              <a:defRPr sz="1600">
                <a:solidFill>
                  <a:schemeClr val="tx1"/>
                </a:solidFill>
                <a:latin typeface="Helvetica" panose="020B0604020202020204"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49571464-BC2A-4607-9109-DE5DFF5600A1}" type="slidenum">
              <a:rPr lang="en-US" altLang="en-US" sz="1200">
                <a:latin typeface="Times New Roman" panose="02020603050405020304" pitchFamily="18" charset="0"/>
              </a:rPr>
              <a:pPr/>
              <a:t>40</a:t>
            </a:fld>
            <a:endParaRPr lang="en-US" altLang="en-US" sz="1200">
              <a:latin typeface="Times New Roman" panose="02020603050405020304" pitchFamily="18" charset="0"/>
            </a:endParaRPr>
          </a:p>
        </p:txBody>
      </p:sp>
      <p:sp>
        <p:nvSpPr>
          <p:cNvPr id="122883" name="Rectangle 2"/>
          <p:cNvSpPr>
            <a:spLocks noGrp="1" noRot="1" noChangeAspect="1" noChangeArrowheads="1" noTextEdit="1"/>
          </p:cNvSpPr>
          <p:nvPr>
            <p:ph type="sldImg"/>
          </p:nvPr>
        </p:nvSpPr>
        <p:spPr>
          <a:ln/>
        </p:spPr>
      </p:sp>
      <p:sp>
        <p:nvSpPr>
          <p:cNvPr id="1228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44602647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anose="020B0604020202020204" pitchFamily="34" charset="0"/>
                <a:ea typeface="MS PGothic" panose="020B0600070205080204" pitchFamily="34" charset="-128"/>
              </a:defRPr>
            </a:lvl1pPr>
            <a:lvl2pPr marL="742950" indent="-285750" defTabSz="879475">
              <a:defRPr sz="1600">
                <a:solidFill>
                  <a:schemeClr val="tx1"/>
                </a:solidFill>
                <a:latin typeface="Helvetica" panose="020B0604020202020204" pitchFamily="34" charset="0"/>
                <a:ea typeface="MS PGothic" panose="020B0600070205080204" pitchFamily="34" charset="-128"/>
              </a:defRPr>
            </a:lvl2pPr>
            <a:lvl3pPr marL="1143000" indent="-228600" defTabSz="879475">
              <a:defRPr sz="1600">
                <a:solidFill>
                  <a:schemeClr val="tx1"/>
                </a:solidFill>
                <a:latin typeface="Helvetica" panose="020B0604020202020204" pitchFamily="34" charset="0"/>
                <a:ea typeface="MS PGothic" panose="020B0600070205080204" pitchFamily="34" charset="-128"/>
              </a:defRPr>
            </a:lvl3pPr>
            <a:lvl4pPr marL="1600200" indent="-228600" defTabSz="879475">
              <a:defRPr sz="1600">
                <a:solidFill>
                  <a:schemeClr val="tx1"/>
                </a:solidFill>
                <a:latin typeface="Helvetica" panose="020B0604020202020204" pitchFamily="34" charset="0"/>
                <a:ea typeface="MS PGothic" panose="020B0600070205080204" pitchFamily="34" charset="-128"/>
              </a:defRPr>
            </a:lvl4pPr>
            <a:lvl5pPr marL="2057400" indent="-228600" defTabSz="879475">
              <a:defRPr sz="1600">
                <a:solidFill>
                  <a:schemeClr val="tx1"/>
                </a:solidFill>
                <a:latin typeface="Helvetica" panose="020B0604020202020204"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67BF320E-3154-48B9-AFD3-84664BED8565}" type="slidenum">
              <a:rPr lang="en-US" altLang="en-US" sz="1200">
                <a:latin typeface="Times New Roman" panose="02020603050405020304" pitchFamily="18" charset="0"/>
              </a:rPr>
              <a:pPr/>
              <a:t>41</a:t>
            </a:fld>
            <a:endParaRPr lang="en-US" altLang="en-US" sz="1200">
              <a:latin typeface="Times New Roman" panose="02020603050405020304" pitchFamily="18" charset="0"/>
            </a:endParaRPr>
          </a:p>
        </p:txBody>
      </p:sp>
      <p:sp>
        <p:nvSpPr>
          <p:cNvPr id="123907" name="Rectangle 2"/>
          <p:cNvSpPr>
            <a:spLocks noGrp="1" noRot="1" noChangeAspect="1" noChangeArrowheads="1" noTextEdit="1"/>
          </p:cNvSpPr>
          <p:nvPr>
            <p:ph type="sldImg"/>
          </p:nvPr>
        </p:nvSpPr>
        <p:spPr>
          <a:ln/>
        </p:spPr>
      </p:sp>
      <p:sp>
        <p:nvSpPr>
          <p:cNvPr id="1239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0829867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anose="020B0604020202020204" pitchFamily="34" charset="0"/>
                <a:ea typeface="MS PGothic" panose="020B0600070205080204" pitchFamily="34" charset="-128"/>
              </a:defRPr>
            </a:lvl1pPr>
            <a:lvl2pPr marL="742950" indent="-285750" defTabSz="879475">
              <a:defRPr sz="1600">
                <a:solidFill>
                  <a:schemeClr val="tx1"/>
                </a:solidFill>
                <a:latin typeface="Helvetica" panose="020B0604020202020204" pitchFamily="34" charset="0"/>
                <a:ea typeface="MS PGothic" panose="020B0600070205080204" pitchFamily="34" charset="-128"/>
              </a:defRPr>
            </a:lvl2pPr>
            <a:lvl3pPr marL="1143000" indent="-228600" defTabSz="879475">
              <a:defRPr sz="1600">
                <a:solidFill>
                  <a:schemeClr val="tx1"/>
                </a:solidFill>
                <a:latin typeface="Helvetica" panose="020B0604020202020204" pitchFamily="34" charset="0"/>
                <a:ea typeface="MS PGothic" panose="020B0600070205080204" pitchFamily="34" charset="-128"/>
              </a:defRPr>
            </a:lvl3pPr>
            <a:lvl4pPr marL="1600200" indent="-228600" defTabSz="879475">
              <a:defRPr sz="1600">
                <a:solidFill>
                  <a:schemeClr val="tx1"/>
                </a:solidFill>
                <a:latin typeface="Helvetica" panose="020B0604020202020204" pitchFamily="34" charset="0"/>
                <a:ea typeface="MS PGothic" panose="020B0600070205080204" pitchFamily="34" charset="-128"/>
              </a:defRPr>
            </a:lvl4pPr>
            <a:lvl5pPr marL="2057400" indent="-228600" defTabSz="879475">
              <a:defRPr sz="1600">
                <a:solidFill>
                  <a:schemeClr val="tx1"/>
                </a:solidFill>
                <a:latin typeface="Helvetica" panose="020B0604020202020204"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EC9270D3-72BB-4558-B8B9-976293801957}" type="slidenum">
              <a:rPr lang="en-US" altLang="en-US" sz="1200">
                <a:latin typeface="Times New Roman" panose="02020603050405020304" pitchFamily="18" charset="0"/>
              </a:rPr>
              <a:pPr/>
              <a:t>42</a:t>
            </a:fld>
            <a:endParaRPr lang="en-US" altLang="en-US" sz="1200">
              <a:latin typeface="Times New Roman" panose="02020603050405020304" pitchFamily="18" charset="0"/>
            </a:endParaRPr>
          </a:p>
        </p:txBody>
      </p:sp>
      <p:sp>
        <p:nvSpPr>
          <p:cNvPr id="125955" name="Rectangle 2"/>
          <p:cNvSpPr>
            <a:spLocks noGrp="1" noRot="1" noChangeAspect="1" noChangeArrowheads="1" noTextEdit="1"/>
          </p:cNvSpPr>
          <p:nvPr>
            <p:ph type="sldImg"/>
          </p:nvPr>
        </p:nvSpPr>
        <p:spPr>
          <a:ln/>
        </p:spPr>
      </p:sp>
      <p:sp>
        <p:nvSpPr>
          <p:cNvPr id="1259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8145179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5BB00E1-8816-4580-976E-03B3ECA72E7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 xmlns:a16="http://schemas.microsoft.com/office/drawing/2014/main" id="{3BF3FEEC-54FB-4D7B-B1C9-96D1DA0812D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 xmlns:a16="http://schemas.microsoft.com/office/drawing/2014/main" id="{36773714-5C3B-4C0D-B777-57209A3E7A96}"/>
              </a:ext>
            </a:extLst>
          </p:cNvPr>
          <p:cNvSpPr>
            <a:spLocks noGrp="1"/>
          </p:cNvSpPr>
          <p:nvPr>
            <p:ph type="dt" sz="half" idx="10"/>
          </p:nvPr>
        </p:nvSpPr>
        <p:spPr/>
        <p:txBody>
          <a:bodyPr/>
          <a:lstStyle/>
          <a:p>
            <a:fld id="{9D98EE9C-E119-41C2-B7A9-DF7D778709A3}" type="datetimeFigureOut">
              <a:rPr lang="en-IN" smtClean="0"/>
              <a:t>20-11-2025</a:t>
            </a:fld>
            <a:endParaRPr lang="en-IN"/>
          </a:p>
        </p:txBody>
      </p:sp>
      <p:sp>
        <p:nvSpPr>
          <p:cNvPr id="5" name="Footer Placeholder 4">
            <a:extLst>
              <a:ext uri="{FF2B5EF4-FFF2-40B4-BE49-F238E27FC236}">
                <a16:creationId xmlns="" xmlns:a16="http://schemas.microsoft.com/office/drawing/2014/main" id="{063EB346-C747-422F-B270-AC8F016691B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458BE9FD-04E9-4340-8E8A-86FB877CE08B}"/>
              </a:ext>
            </a:extLst>
          </p:cNvPr>
          <p:cNvSpPr>
            <a:spLocks noGrp="1"/>
          </p:cNvSpPr>
          <p:nvPr>
            <p:ph type="sldNum" sz="quarter" idx="12"/>
          </p:nvPr>
        </p:nvSpPr>
        <p:spPr/>
        <p:txBody>
          <a:bodyPr/>
          <a:lstStyle/>
          <a:p>
            <a:fld id="{48514EAC-CF2D-4D92-A431-A0E169F68335}" type="slidenum">
              <a:rPr lang="en-IN" smtClean="0"/>
              <a:t>‹#›</a:t>
            </a:fld>
            <a:endParaRPr lang="en-IN"/>
          </a:p>
        </p:txBody>
      </p:sp>
    </p:spTree>
    <p:extLst>
      <p:ext uri="{BB962C8B-B14F-4D97-AF65-F5344CB8AC3E}">
        <p14:creationId xmlns:p14="http://schemas.microsoft.com/office/powerpoint/2010/main" val="29548240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BF26A5C-C1D1-4590-8843-ED32F728CD2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 xmlns:a16="http://schemas.microsoft.com/office/drawing/2014/main" id="{2802A829-7001-4118-ADC5-C6E8FD9C6F8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D41E744E-0A2D-4349-AC9E-77AB03C94808}"/>
              </a:ext>
            </a:extLst>
          </p:cNvPr>
          <p:cNvSpPr>
            <a:spLocks noGrp="1"/>
          </p:cNvSpPr>
          <p:nvPr>
            <p:ph type="dt" sz="half" idx="10"/>
          </p:nvPr>
        </p:nvSpPr>
        <p:spPr/>
        <p:txBody>
          <a:bodyPr/>
          <a:lstStyle/>
          <a:p>
            <a:fld id="{9D98EE9C-E119-41C2-B7A9-DF7D778709A3}" type="datetimeFigureOut">
              <a:rPr lang="en-IN" smtClean="0"/>
              <a:t>20-11-2025</a:t>
            </a:fld>
            <a:endParaRPr lang="en-IN"/>
          </a:p>
        </p:txBody>
      </p:sp>
      <p:sp>
        <p:nvSpPr>
          <p:cNvPr id="5" name="Footer Placeholder 4">
            <a:extLst>
              <a:ext uri="{FF2B5EF4-FFF2-40B4-BE49-F238E27FC236}">
                <a16:creationId xmlns="" xmlns:a16="http://schemas.microsoft.com/office/drawing/2014/main" id="{2A93163A-328B-4C49-AC35-49D798FE1FB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93BA9EA0-F8A8-480C-A14A-3654807B2C53}"/>
              </a:ext>
            </a:extLst>
          </p:cNvPr>
          <p:cNvSpPr>
            <a:spLocks noGrp="1"/>
          </p:cNvSpPr>
          <p:nvPr>
            <p:ph type="sldNum" sz="quarter" idx="12"/>
          </p:nvPr>
        </p:nvSpPr>
        <p:spPr/>
        <p:txBody>
          <a:bodyPr/>
          <a:lstStyle/>
          <a:p>
            <a:fld id="{48514EAC-CF2D-4D92-A431-A0E169F68335}" type="slidenum">
              <a:rPr lang="en-IN" smtClean="0"/>
              <a:t>‹#›</a:t>
            </a:fld>
            <a:endParaRPr lang="en-IN"/>
          </a:p>
        </p:txBody>
      </p:sp>
    </p:spTree>
    <p:extLst>
      <p:ext uri="{BB962C8B-B14F-4D97-AF65-F5344CB8AC3E}">
        <p14:creationId xmlns:p14="http://schemas.microsoft.com/office/powerpoint/2010/main" val="18059395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3666A99-3D5A-4826-AA9E-EDC58CC65E5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 xmlns:a16="http://schemas.microsoft.com/office/drawing/2014/main" id="{CE664215-D560-44E5-8D48-D2799F8FFD6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 xmlns:a16="http://schemas.microsoft.com/office/drawing/2014/main" id="{74354104-7B8E-4022-9A84-3E7701EB9259}"/>
              </a:ext>
            </a:extLst>
          </p:cNvPr>
          <p:cNvSpPr>
            <a:spLocks noGrp="1"/>
          </p:cNvSpPr>
          <p:nvPr>
            <p:ph type="dt" sz="half" idx="10"/>
          </p:nvPr>
        </p:nvSpPr>
        <p:spPr/>
        <p:txBody>
          <a:bodyPr/>
          <a:lstStyle/>
          <a:p>
            <a:fld id="{9D98EE9C-E119-41C2-B7A9-DF7D778709A3}" type="datetimeFigureOut">
              <a:rPr lang="en-IN" smtClean="0"/>
              <a:t>20-11-2025</a:t>
            </a:fld>
            <a:endParaRPr lang="en-IN"/>
          </a:p>
        </p:txBody>
      </p:sp>
      <p:sp>
        <p:nvSpPr>
          <p:cNvPr id="5" name="Footer Placeholder 4">
            <a:extLst>
              <a:ext uri="{FF2B5EF4-FFF2-40B4-BE49-F238E27FC236}">
                <a16:creationId xmlns="" xmlns:a16="http://schemas.microsoft.com/office/drawing/2014/main" id="{DA44CD93-28BC-473A-B8E8-7FE1E9E150E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6DF70EE4-55E1-4CC3-8887-4E20D53E9A1F}"/>
              </a:ext>
            </a:extLst>
          </p:cNvPr>
          <p:cNvSpPr>
            <a:spLocks noGrp="1"/>
          </p:cNvSpPr>
          <p:nvPr>
            <p:ph type="sldNum" sz="quarter" idx="12"/>
          </p:nvPr>
        </p:nvSpPr>
        <p:spPr/>
        <p:txBody>
          <a:bodyPr/>
          <a:lstStyle/>
          <a:p>
            <a:fld id="{48514EAC-CF2D-4D92-A431-A0E169F68335}" type="slidenum">
              <a:rPr lang="en-IN" smtClean="0"/>
              <a:t>‹#›</a:t>
            </a:fld>
            <a:endParaRPr lang="en-IN"/>
          </a:p>
        </p:txBody>
      </p:sp>
    </p:spTree>
    <p:extLst>
      <p:ext uri="{BB962C8B-B14F-4D97-AF65-F5344CB8AC3E}">
        <p14:creationId xmlns:p14="http://schemas.microsoft.com/office/powerpoint/2010/main" val="17110907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9D24213-6282-4984-80E5-55E57BD9C10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 xmlns:a16="http://schemas.microsoft.com/office/drawing/2014/main" id="{0C54A6C7-D151-4528-8346-9A4E8C4387C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 xmlns:a16="http://schemas.microsoft.com/office/drawing/2014/main" id="{24144CB8-FD2A-4DC9-9862-041946023A3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 xmlns:a16="http://schemas.microsoft.com/office/drawing/2014/main" id="{1B03F2DD-6450-4A45-8C6A-5BCB63B0A43F}"/>
              </a:ext>
            </a:extLst>
          </p:cNvPr>
          <p:cNvSpPr>
            <a:spLocks noGrp="1"/>
          </p:cNvSpPr>
          <p:nvPr>
            <p:ph type="dt" sz="half" idx="10"/>
          </p:nvPr>
        </p:nvSpPr>
        <p:spPr/>
        <p:txBody>
          <a:bodyPr/>
          <a:lstStyle/>
          <a:p>
            <a:fld id="{9D98EE9C-E119-41C2-B7A9-DF7D778709A3}" type="datetimeFigureOut">
              <a:rPr lang="en-IN" smtClean="0"/>
              <a:t>20-11-2025</a:t>
            </a:fld>
            <a:endParaRPr lang="en-IN"/>
          </a:p>
        </p:txBody>
      </p:sp>
      <p:sp>
        <p:nvSpPr>
          <p:cNvPr id="6" name="Footer Placeholder 5">
            <a:extLst>
              <a:ext uri="{FF2B5EF4-FFF2-40B4-BE49-F238E27FC236}">
                <a16:creationId xmlns="" xmlns:a16="http://schemas.microsoft.com/office/drawing/2014/main" id="{8A5E9004-40D3-4B8A-9993-483D7EA4D6F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 xmlns:a16="http://schemas.microsoft.com/office/drawing/2014/main" id="{064B9DBC-C91F-4459-8532-A06351048459}"/>
              </a:ext>
            </a:extLst>
          </p:cNvPr>
          <p:cNvSpPr>
            <a:spLocks noGrp="1"/>
          </p:cNvSpPr>
          <p:nvPr>
            <p:ph type="sldNum" sz="quarter" idx="12"/>
          </p:nvPr>
        </p:nvSpPr>
        <p:spPr/>
        <p:txBody>
          <a:bodyPr/>
          <a:lstStyle/>
          <a:p>
            <a:fld id="{48514EAC-CF2D-4D92-A431-A0E169F68335}" type="slidenum">
              <a:rPr lang="en-IN" smtClean="0"/>
              <a:t>‹#›</a:t>
            </a:fld>
            <a:endParaRPr lang="en-IN"/>
          </a:p>
        </p:txBody>
      </p:sp>
    </p:spTree>
    <p:extLst>
      <p:ext uri="{BB962C8B-B14F-4D97-AF65-F5344CB8AC3E}">
        <p14:creationId xmlns:p14="http://schemas.microsoft.com/office/powerpoint/2010/main" val="12769085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5259DF5-956C-4B68-BA12-60842B89624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 xmlns:a16="http://schemas.microsoft.com/office/drawing/2014/main" id="{B228ABD2-5797-4CD7-B786-F156FB79C43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 xmlns:a16="http://schemas.microsoft.com/office/drawing/2014/main" id="{9FF13A08-CFBD-4BF5-8BA1-A4E9373C7E6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 xmlns:a16="http://schemas.microsoft.com/office/drawing/2014/main" id="{1D7C025D-5E99-4669-88D1-DB9A1D87FB3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 xmlns:a16="http://schemas.microsoft.com/office/drawing/2014/main" id="{2259D942-D7A7-44B3-ADA8-A7D80C7F33C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 xmlns:a16="http://schemas.microsoft.com/office/drawing/2014/main" id="{C45B89FD-DD96-42D5-8150-EA0674D10913}"/>
              </a:ext>
            </a:extLst>
          </p:cNvPr>
          <p:cNvSpPr>
            <a:spLocks noGrp="1"/>
          </p:cNvSpPr>
          <p:nvPr>
            <p:ph type="dt" sz="half" idx="10"/>
          </p:nvPr>
        </p:nvSpPr>
        <p:spPr/>
        <p:txBody>
          <a:bodyPr/>
          <a:lstStyle/>
          <a:p>
            <a:fld id="{9D98EE9C-E119-41C2-B7A9-DF7D778709A3}" type="datetimeFigureOut">
              <a:rPr lang="en-IN" smtClean="0"/>
              <a:t>20-11-2025</a:t>
            </a:fld>
            <a:endParaRPr lang="en-IN"/>
          </a:p>
        </p:txBody>
      </p:sp>
      <p:sp>
        <p:nvSpPr>
          <p:cNvPr id="8" name="Footer Placeholder 7">
            <a:extLst>
              <a:ext uri="{FF2B5EF4-FFF2-40B4-BE49-F238E27FC236}">
                <a16:creationId xmlns="" xmlns:a16="http://schemas.microsoft.com/office/drawing/2014/main" id="{25E2C1B9-3EBE-4101-B5D8-258C95E77C8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 xmlns:a16="http://schemas.microsoft.com/office/drawing/2014/main" id="{BE8DF34C-4E32-4152-BC15-58D6CBFA3A9C}"/>
              </a:ext>
            </a:extLst>
          </p:cNvPr>
          <p:cNvSpPr>
            <a:spLocks noGrp="1"/>
          </p:cNvSpPr>
          <p:nvPr>
            <p:ph type="sldNum" sz="quarter" idx="12"/>
          </p:nvPr>
        </p:nvSpPr>
        <p:spPr/>
        <p:txBody>
          <a:bodyPr/>
          <a:lstStyle/>
          <a:p>
            <a:fld id="{48514EAC-CF2D-4D92-A431-A0E169F68335}" type="slidenum">
              <a:rPr lang="en-IN" smtClean="0"/>
              <a:t>‹#›</a:t>
            </a:fld>
            <a:endParaRPr lang="en-IN"/>
          </a:p>
        </p:txBody>
      </p:sp>
    </p:spTree>
    <p:extLst>
      <p:ext uri="{BB962C8B-B14F-4D97-AF65-F5344CB8AC3E}">
        <p14:creationId xmlns:p14="http://schemas.microsoft.com/office/powerpoint/2010/main" val="2530416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1DA41DA-80B1-4A94-B5E1-FC2E5AD7028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 xmlns:a16="http://schemas.microsoft.com/office/drawing/2014/main" id="{9A0B1800-FFF4-43A2-A545-F6A181301D2B}"/>
              </a:ext>
            </a:extLst>
          </p:cNvPr>
          <p:cNvSpPr>
            <a:spLocks noGrp="1"/>
          </p:cNvSpPr>
          <p:nvPr>
            <p:ph type="dt" sz="half" idx="10"/>
          </p:nvPr>
        </p:nvSpPr>
        <p:spPr/>
        <p:txBody>
          <a:bodyPr/>
          <a:lstStyle/>
          <a:p>
            <a:fld id="{9D98EE9C-E119-41C2-B7A9-DF7D778709A3}" type="datetimeFigureOut">
              <a:rPr lang="en-IN" smtClean="0"/>
              <a:t>20-11-2025</a:t>
            </a:fld>
            <a:endParaRPr lang="en-IN"/>
          </a:p>
        </p:txBody>
      </p:sp>
      <p:sp>
        <p:nvSpPr>
          <p:cNvPr id="4" name="Footer Placeholder 3">
            <a:extLst>
              <a:ext uri="{FF2B5EF4-FFF2-40B4-BE49-F238E27FC236}">
                <a16:creationId xmlns="" xmlns:a16="http://schemas.microsoft.com/office/drawing/2014/main" id="{3B108263-6FC5-4F93-9D6B-0AFCBCB4A2E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 xmlns:a16="http://schemas.microsoft.com/office/drawing/2014/main" id="{40E9D093-5E42-437C-A329-2589F0067E47}"/>
              </a:ext>
            </a:extLst>
          </p:cNvPr>
          <p:cNvSpPr>
            <a:spLocks noGrp="1"/>
          </p:cNvSpPr>
          <p:nvPr>
            <p:ph type="sldNum" sz="quarter" idx="12"/>
          </p:nvPr>
        </p:nvSpPr>
        <p:spPr/>
        <p:txBody>
          <a:bodyPr/>
          <a:lstStyle/>
          <a:p>
            <a:fld id="{48514EAC-CF2D-4D92-A431-A0E169F68335}" type="slidenum">
              <a:rPr lang="en-IN" smtClean="0"/>
              <a:t>‹#›</a:t>
            </a:fld>
            <a:endParaRPr lang="en-IN"/>
          </a:p>
        </p:txBody>
      </p:sp>
    </p:spTree>
    <p:extLst>
      <p:ext uri="{BB962C8B-B14F-4D97-AF65-F5344CB8AC3E}">
        <p14:creationId xmlns:p14="http://schemas.microsoft.com/office/powerpoint/2010/main" val="15423752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2AD44063-223A-421C-85FF-80795344F7A0}"/>
              </a:ext>
            </a:extLst>
          </p:cNvPr>
          <p:cNvSpPr>
            <a:spLocks noGrp="1"/>
          </p:cNvSpPr>
          <p:nvPr>
            <p:ph type="dt" sz="half" idx="10"/>
          </p:nvPr>
        </p:nvSpPr>
        <p:spPr/>
        <p:txBody>
          <a:bodyPr/>
          <a:lstStyle/>
          <a:p>
            <a:fld id="{9D98EE9C-E119-41C2-B7A9-DF7D778709A3}" type="datetimeFigureOut">
              <a:rPr lang="en-IN" smtClean="0"/>
              <a:t>20-11-2025</a:t>
            </a:fld>
            <a:endParaRPr lang="en-IN"/>
          </a:p>
        </p:txBody>
      </p:sp>
      <p:sp>
        <p:nvSpPr>
          <p:cNvPr id="3" name="Footer Placeholder 2">
            <a:extLst>
              <a:ext uri="{FF2B5EF4-FFF2-40B4-BE49-F238E27FC236}">
                <a16:creationId xmlns="" xmlns:a16="http://schemas.microsoft.com/office/drawing/2014/main" id="{84E030F3-6270-402B-8EA7-90A6454CAD3C}"/>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 xmlns:a16="http://schemas.microsoft.com/office/drawing/2014/main" id="{20BF9D2C-D63E-4EE3-84EC-7E77B39DC43F}"/>
              </a:ext>
            </a:extLst>
          </p:cNvPr>
          <p:cNvSpPr>
            <a:spLocks noGrp="1"/>
          </p:cNvSpPr>
          <p:nvPr>
            <p:ph type="sldNum" sz="quarter" idx="12"/>
          </p:nvPr>
        </p:nvSpPr>
        <p:spPr/>
        <p:txBody>
          <a:bodyPr/>
          <a:lstStyle/>
          <a:p>
            <a:fld id="{48514EAC-CF2D-4D92-A431-A0E169F68335}" type="slidenum">
              <a:rPr lang="en-IN" smtClean="0"/>
              <a:t>‹#›</a:t>
            </a:fld>
            <a:endParaRPr lang="en-IN"/>
          </a:p>
        </p:txBody>
      </p:sp>
    </p:spTree>
    <p:extLst>
      <p:ext uri="{BB962C8B-B14F-4D97-AF65-F5344CB8AC3E}">
        <p14:creationId xmlns:p14="http://schemas.microsoft.com/office/powerpoint/2010/main" val="28809744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E2B9F72-A50E-4DC8-9242-90F61DD406A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 xmlns:a16="http://schemas.microsoft.com/office/drawing/2014/main" id="{712772EC-58F5-4E15-A8DC-B844FF1CF3E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 xmlns:a16="http://schemas.microsoft.com/office/drawing/2014/main" id="{340AE6C0-97E0-41A3-8EC4-92D128667C3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42AC639B-B38B-40F0-AEB1-A5C34EE3D6BE}"/>
              </a:ext>
            </a:extLst>
          </p:cNvPr>
          <p:cNvSpPr>
            <a:spLocks noGrp="1"/>
          </p:cNvSpPr>
          <p:nvPr>
            <p:ph type="dt" sz="half" idx="10"/>
          </p:nvPr>
        </p:nvSpPr>
        <p:spPr/>
        <p:txBody>
          <a:bodyPr/>
          <a:lstStyle/>
          <a:p>
            <a:fld id="{9D98EE9C-E119-41C2-B7A9-DF7D778709A3}" type="datetimeFigureOut">
              <a:rPr lang="en-IN" smtClean="0"/>
              <a:t>20-11-2025</a:t>
            </a:fld>
            <a:endParaRPr lang="en-IN"/>
          </a:p>
        </p:txBody>
      </p:sp>
      <p:sp>
        <p:nvSpPr>
          <p:cNvPr id="6" name="Footer Placeholder 5">
            <a:extLst>
              <a:ext uri="{FF2B5EF4-FFF2-40B4-BE49-F238E27FC236}">
                <a16:creationId xmlns="" xmlns:a16="http://schemas.microsoft.com/office/drawing/2014/main" id="{B55A6FBF-2886-477C-8DED-C05DADCE531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 xmlns:a16="http://schemas.microsoft.com/office/drawing/2014/main" id="{F2479FD0-7A5B-48E5-88E2-4BBDEAC3EA08}"/>
              </a:ext>
            </a:extLst>
          </p:cNvPr>
          <p:cNvSpPr>
            <a:spLocks noGrp="1"/>
          </p:cNvSpPr>
          <p:nvPr>
            <p:ph type="sldNum" sz="quarter" idx="12"/>
          </p:nvPr>
        </p:nvSpPr>
        <p:spPr/>
        <p:txBody>
          <a:bodyPr/>
          <a:lstStyle/>
          <a:p>
            <a:fld id="{48514EAC-CF2D-4D92-A431-A0E169F68335}" type="slidenum">
              <a:rPr lang="en-IN" smtClean="0"/>
              <a:t>‹#›</a:t>
            </a:fld>
            <a:endParaRPr lang="en-IN"/>
          </a:p>
        </p:txBody>
      </p:sp>
    </p:spTree>
    <p:extLst>
      <p:ext uri="{BB962C8B-B14F-4D97-AF65-F5344CB8AC3E}">
        <p14:creationId xmlns:p14="http://schemas.microsoft.com/office/powerpoint/2010/main" val="912955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681AE27-1DB6-4762-9508-22B2418D3F2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 xmlns:a16="http://schemas.microsoft.com/office/drawing/2014/main" id="{707F49CD-DA2D-4643-ABD6-6DFFAD4AE6F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 xmlns:a16="http://schemas.microsoft.com/office/drawing/2014/main" id="{9F370FE8-4A4D-4B86-8095-DFC2E31C520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78A9C559-BC02-4300-B72C-F4BD78889A8B}"/>
              </a:ext>
            </a:extLst>
          </p:cNvPr>
          <p:cNvSpPr>
            <a:spLocks noGrp="1"/>
          </p:cNvSpPr>
          <p:nvPr>
            <p:ph type="dt" sz="half" idx="10"/>
          </p:nvPr>
        </p:nvSpPr>
        <p:spPr/>
        <p:txBody>
          <a:bodyPr/>
          <a:lstStyle/>
          <a:p>
            <a:fld id="{9D98EE9C-E119-41C2-B7A9-DF7D778709A3}" type="datetimeFigureOut">
              <a:rPr lang="en-IN" smtClean="0"/>
              <a:t>20-11-2025</a:t>
            </a:fld>
            <a:endParaRPr lang="en-IN"/>
          </a:p>
        </p:txBody>
      </p:sp>
      <p:sp>
        <p:nvSpPr>
          <p:cNvPr id="6" name="Footer Placeholder 5">
            <a:extLst>
              <a:ext uri="{FF2B5EF4-FFF2-40B4-BE49-F238E27FC236}">
                <a16:creationId xmlns="" xmlns:a16="http://schemas.microsoft.com/office/drawing/2014/main" id="{81C67100-A616-4E9C-AA77-C03FE81A7EC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 xmlns:a16="http://schemas.microsoft.com/office/drawing/2014/main" id="{2900A079-48C0-4403-8C6C-CB19BF2EBBB3}"/>
              </a:ext>
            </a:extLst>
          </p:cNvPr>
          <p:cNvSpPr>
            <a:spLocks noGrp="1"/>
          </p:cNvSpPr>
          <p:nvPr>
            <p:ph type="sldNum" sz="quarter" idx="12"/>
          </p:nvPr>
        </p:nvSpPr>
        <p:spPr/>
        <p:txBody>
          <a:bodyPr/>
          <a:lstStyle/>
          <a:p>
            <a:fld id="{48514EAC-CF2D-4D92-A431-A0E169F68335}" type="slidenum">
              <a:rPr lang="en-IN" smtClean="0"/>
              <a:t>‹#›</a:t>
            </a:fld>
            <a:endParaRPr lang="en-IN"/>
          </a:p>
        </p:txBody>
      </p:sp>
    </p:spTree>
    <p:extLst>
      <p:ext uri="{BB962C8B-B14F-4D97-AF65-F5344CB8AC3E}">
        <p14:creationId xmlns:p14="http://schemas.microsoft.com/office/powerpoint/2010/main" val="1753179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7F964D8-7892-4C85-804E-DF621C8B9EB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 xmlns:a16="http://schemas.microsoft.com/office/drawing/2014/main" id="{34584F3E-7DFF-46AE-919C-E21EACD808F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397324CF-5DAE-4AE3-974E-0939B0A4DBD8}"/>
              </a:ext>
            </a:extLst>
          </p:cNvPr>
          <p:cNvSpPr>
            <a:spLocks noGrp="1"/>
          </p:cNvSpPr>
          <p:nvPr>
            <p:ph type="dt" sz="half" idx="10"/>
          </p:nvPr>
        </p:nvSpPr>
        <p:spPr/>
        <p:txBody>
          <a:bodyPr/>
          <a:lstStyle/>
          <a:p>
            <a:fld id="{9D98EE9C-E119-41C2-B7A9-DF7D778709A3}" type="datetimeFigureOut">
              <a:rPr lang="en-IN" smtClean="0"/>
              <a:t>20-11-2025</a:t>
            </a:fld>
            <a:endParaRPr lang="en-IN"/>
          </a:p>
        </p:txBody>
      </p:sp>
      <p:sp>
        <p:nvSpPr>
          <p:cNvPr id="5" name="Footer Placeholder 4">
            <a:extLst>
              <a:ext uri="{FF2B5EF4-FFF2-40B4-BE49-F238E27FC236}">
                <a16:creationId xmlns="" xmlns:a16="http://schemas.microsoft.com/office/drawing/2014/main" id="{1B8CD7E9-86BD-4748-ABA9-B2A2BFF9C3A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D8BA13E4-80AE-4391-8204-381BB2D67AF1}"/>
              </a:ext>
            </a:extLst>
          </p:cNvPr>
          <p:cNvSpPr>
            <a:spLocks noGrp="1"/>
          </p:cNvSpPr>
          <p:nvPr>
            <p:ph type="sldNum" sz="quarter" idx="12"/>
          </p:nvPr>
        </p:nvSpPr>
        <p:spPr/>
        <p:txBody>
          <a:bodyPr/>
          <a:lstStyle/>
          <a:p>
            <a:fld id="{48514EAC-CF2D-4D92-A431-A0E169F68335}" type="slidenum">
              <a:rPr lang="en-IN" smtClean="0"/>
              <a:t>‹#›</a:t>
            </a:fld>
            <a:endParaRPr lang="en-IN"/>
          </a:p>
        </p:txBody>
      </p:sp>
    </p:spTree>
    <p:extLst>
      <p:ext uri="{BB962C8B-B14F-4D97-AF65-F5344CB8AC3E}">
        <p14:creationId xmlns:p14="http://schemas.microsoft.com/office/powerpoint/2010/main" val="42478508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 xmlns:a16="http://schemas.microsoft.com/office/drawing/2014/main" id="{F0FE1602-548D-445E-BC88-ACD15FA868A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 xmlns:a16="http://schemas.microsoft.com/office/drawing/2014/main" id="{6016E341-C3B0-4F2A-AA99-3075A615D5E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6D6E814A-5949-4A5B-9400-2639605B2C3F}"/>
              </a:ext>
            </a:extLst>
          </p:cNvPr>
          <p:cNvSpPr>
            <a:spLocks noGrp="1"/>
          </p:cNvSpPr>
          <p:nvPr>
            <p:ph type="dt" sz="half" idx="10"/>
          </p:nvPr>
        </p:nvSpPr>
        <p:spPr/>
        <p:txBody>
          <a:bodyPr/>
          <a:lstStyle/>
          <a:p>
            <a:fld id="{9D98EE9C-E119-41C2-B7A9-DF7D778709A3}" type="datetimeFigureOut">
              <a:rPr lang="en-IN" smtClean="0"/>
              <a:t>20-11-2025</a:t>
            </a:fld>
            <a:endParaRPr lang="en-IN"/>
          </a:p>
        </p:txBody>
      </p:sp>
      <p:sp>
        <p:nvSpPr>
          <p:cNvPr id="5" name="Footer Placeholder 4">
            <a:extLst>
              <a:ext uri="{FF2B5EF4-FFF2-40B4-BE49-F238E27FC236}">
                <a16:creationId xmlns="" xmlns:a16="http://schemas.microsoft.com/office/drawing/2014/main" id="{2B80C402-7ED9-415B-BE8B-2806028A0A2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1D1C15D8-2D8B-40DD-AD76-C094AD718E5C}"/>
              </a:ext>
            </a:extLst>
          </p:cNvPr>
          <p:cNvSpPr>
            <a:spLocks noGrp="1"/>
          </p:cNvSpPr>
          <p:nvPr>
            <p:ph type="sldNum" sz="quarter" idx="12"/>
          </p:nvPr>
        </p:nvSpPr>
        <p:spPr/>
        <p:txBody>
          <a:bodyPr/>
          <a:lstStyle/>
          <a:p>
            <a:fld id="{48514EAC-CF2D-4D92-A431-A0E169F68335}" type="slidenum">
              <a:rPr lang="en-IN" smtClean="0"/>
              <a:t>‹#›</a:t>
            </a:fld>
            <a:endParaRPr lang="en-IN"/>
          </a:p>
        </p:txBody>
      </p:sp>
    </p:spTree>
    <p:extLst>
      <p:ext uri="{BB962C8B-B14F-4D97-AF65-F5344CB8AC3E}">
        <p14:creationId xmlns:p14="http://schemas.microsoft.com/office/powerpoint/2010/main" val="35165002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 xmlns:a16="http://schemas.microsoft.com/office/drawing/2014/main" id="{0363B085-97B2-42DB-AE81-379557AA56A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 xmlns:a16="http://schemas.microsoft.com/office/drawing/2014/main" id="{6D26217E-C20A-4937-BE34-736E4408464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89B4BC95-98A6-4C6D-841A-7B3174DF398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D98EE9C-E119-41C2-B7A9-DF7D778709A3}" type="datetimeFigureOut">
              <a:rPr lang="en-IN" smtClean="0"/>
              <a:t>20-11-2025</a:t>
            </a:fld>
            <a:endParaRPr lang="en-IN"/>
          </a:p>
        </p:txBody>
      </p:sp>
      <p:sp>
        <p:nvSpPr>
          <p:cNvPr id="5" name="Footer Placeholder 4">
            <a:extLst>
              <a:ext uri="{FF2B5EF4-FFF2-40B4-BE49-F238E27FC236}">
                <a16:creationId xmlns="" xmlns:a16="http://schemas.microsoft.com/office/drawing/2014/main" id="{50BA824A-C50D-4AD2-9B3C-20B7AD00AE6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 xmlns:a16="http://schemas.microsoft.com/office/drawing/2014/main" id="{5209D7AF-8E92-416B-8783-F74F55B5DC3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514EAC-CF2D-4D92-A431-A0E169F68335}" type="slidenum">
              <a:rPr lang="en-IN" smtClean="0"/>
              <a:t>‹#›</a:t>
            </a:fld>
            <a:endParaRPr lang="en-IN"/>
          </a:p>
        </p:txBody>
      </p:sp>
    </p:spTree>
    <p:extLst>
      <p:ext uri="{BB962C8B-B14F-4D97-AF65-F5344CB8AC3E}">
        <p14:creationId xmlns:p14="http://schemas.microsoft.com/office/powerpoint/2010/main" val="39096206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image" Target="../media/image5.emf"/><Relationship Id="rId13" Type="http://schemas.openxmlformats.org/officeDocument/2006/relationships/customXml" Target="../ink/ink6.xml"/><Relationship Id="rId3" Type="http://schemas.openxmlformats.org/officeDocument/2006/relationships/customXml" Target="../ink/ink1.xml"/><Relationship Id="rId7" Type="http://schemas.openxmlformats.org/officeDocument/2006/relationships/customXml" Target="../ink/ink3.xml"/><Relationship Id="rId12" Type="http://schemas.openxmlformats.org/officeDocument/2006/relationships/image" Target="../media/image7.emf"/><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4.emf"/><Relationship Id="rId11" Type="http://schemas.openxmlformats.org/officeDocument/2006/relationships/customXml" Target="../ink/ink5.xml"/><Relationship Id="rId5" Type="http://schemas.openxmlformats.org/officeDocument/2006/relationships/customXml" Target="../ink/ink2.xml"/><Relationship Id="rId10" Type="http://schemas.openxmlformats.org/officeDocument/2006/relationships/image" Target="../media/image6.emf"/><Relationship Id="rId4" Type="http://schemas.openxmlformats.org/officeDocument/2006/relationships/image" Target="../media/image3.emf"/><Relationship Id="rId9" Type="http://schemas.openxmlformats.org/officeDocument/2006/relationships/customXml" Target="../ink/ink4.xml"/></Relationships>
</file>

<file path=ppt/slides/_rels/slide15.xml.rels><?xml version="1.0" encoding="UTF-8" standalone="yes"?>
<Relationships xmlns="http://schemas.openxmlformats.org/package/2006/relationships"><Relationship Id="rId3" Type="http://schemas.openxmlformats.org/officeDocument/2006/relationships/customXml" Target="../ink/ink7.xml"/><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10.emf"/><Relationship Id="rId5" Type="http://schemas.openxmlformats.org/officeDocument/2006/relationships/customXml" Target="../ink/ink8.xml"/><Relationship Id="rId4" Type="http://schemas.openxmlformats.org/officeDocument/2006/relationships/image" Target="../media/image9.emf"/></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8" Type="http://schemas.openxmlformats.org/officeDocument/2006/relationships/customXml" Target="../ink/ink12.xml"/><Relationship Id="rId13" Type="http://schemas.openxmlformats.org/officeDocument/2006/relationships/image" Target="../media/image16.emf"/><Relationship Id="rId18" Type="http://schemas.openxmlformats.org/officeDocument/2006/relationships/customXml" Target="../ink/ink17.xml"/><Relationship Id="rId3" Type="http://schemas.openxmlformats.org/officeDocument/2006/relationships/image" Target="../media/image11.emf"/><Relationship Id="rId7" Type="http://schemas.openxmlformats.org/officeDocument/2006/relationships/image" Target="../media/image13.emf"/><Relationship Id="rId12" Type="http://schemas.openxmlformats.org/officeDocument/2006/relationships/customXml" Target="../ink/ink14.xml"/><Relationship Id="rId17" Type="http://schemas.openxmlformats.org/officeDocument/2006/relationships/image" Target="../media/image18.emf"/><Relationship Id="rId2" Type="http://schemas.openxmlformats.org/officeDocument/2006/relationships/customXml" Target="../ink/ink9.xml"/><Relationship Id="rId16" Type="http://schemas.openxmlformats.org/officeDocument/2006/relationships/customXml" Target="../ink/ink16.xml"/><Relationship Id="rId1" Type="http://schemas.openxmlformats.org/officeDocument/2006/relationships/slideLayout" Target="../slideLayouts/slideLayout2.xml"/><Relationship Id="rId6" Type="http://schemas.openxmlformats.org/officeDocument/2006/relationships/customXml" Target="../ink/ink11.xml"/><Relationship Id="rId11" Type="http://schemas.openxmlformats.org/officeDocument/2006/relationships/image" Target="../media/image15.emf"/><Relationship Id="rId5" Type="http://schemas.openxmlformats.org/officeDocument/2006/relationships/image" Target="../media/image12.emf"/><Relationship Id="rId15" Type="http://schemas.openxmlformats.org/officeDocument/2006/relationships/image" Target="../media/image17.emf"/><Relationship Id="rId10" Type="http://schemas.openxmlformats.org/officeDocument/2006/relationships/customXml" Target="../ink/ink13.xml"/><Relationship Id="rId19" Type="http://schemas.openxmlformats.org/officeDocument/2006/relationships/image" Target="../media/image19.emf"/><Relationship Id="rId4" Type="http://schemas.openxmlformats.org/officeDocument/2006/relationships/customXml" Target="../ink/ink10.xml"/><Relationship Id="rId9" Type="http://schemas.openxmlformats.org/officeDocument/2006/relationships/image" Target="../media/image14.emf"/><Relationship Id="rId14" Type="http://schemas.openxmlformats.org/officeDocument/2006/relationships/customXml" Target="../ink/ink1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6.sv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6.sv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21.emf"/></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C8DA4AD-BE6A-4609-9FBE-1DDC678F09A4}"/>
              </a:ext>
            </a:extLst>
          </p:cNvPr>
          <p:cNvSpPr>
            <a:spLocks noGrp="1"/>
          </p:cNvSpPr>
          <p:nvPr>
            <p:ph type="ctrTitle"/>
          </p:nvPr>
        </p:nvSpPr>
        <p:spPr/>
        <p:txBody>
          <a:bodyPr/>
          <a:lstStyle/>
          <a:p>
            <a:r>
              <a:rPr lang="en-IN" dirty="0"/>
              <a:t>Transaction Processing Concept</a:t>
            </a:r>
          </a:p>
        </p:txBody>
      </p:sp>
      <p:sp>
        <p:nvSpPr>
          <p:cNvPr id="3" name="Subtitle 2">
            <a:extLst>
              <a:ext uri="{FF2B5EF4-FFF2-40B4-BE49-F238E27FC236}">
                <a16:creationId xmlns="" xmlns:a16="http://schemas.microsoft.com/office/drawing/2014/main" id="{32D826EF-CBE1-4DEA-9B0A-1F6EC9A3CD3F}"/>
              </a:ext>
            </a:extLst>
          </p:cNvPr>
          <p:cNvSpPr>
            <a:spLocks noGrp="1"/>
          </p:cNvSpPr>
          <p:nvPr>
            <p:ph type="subTitle" idx="1"/>
          </p:nvPr>
        </p:nvSpPr>
        <p:spPr/>
        <p:txBody>
          <a:bodyPr/>
          <a:lstStyle/>
          <a:p>
            <a:r>
              <a:rPr lang="en-IN" dirty="0"/>
              <a:t>Unit - 5</a:t>
            </a:r>
          </a:p>
        </p:txBody>
      </p:sp>
    </p:spTree>
    <p:extLst>
      <p:ext uri="{BB962C8B-B14F-4D97-AF65-F5344CB8AC3E}">
        <p14:creationId xmlns:p14="http://schemas.microsoft.com/office/powerpoint/2010/main" val="335211242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EB37445-83C6-474B-B6F6-8BBA559476FE}"/>
              </a:ext>
            </a:extLst>
          </p:cNvPr>
          <p:cNvSpPr>
            <a:spLocks noGrp="1"/>
          </p:cNvSpPr>
          <p:nvPr>
            <p:ph type="title"/>
          </p:nvPr>
        </p:nvSpPr>
        <p:spPr/>
        <p:txBody>
          <a:bodyPr/>
          <a:lstStyle/>
          <a:p>
            <a:r>
              <a:rPr lang="en-IN" dirty="0"/>
              <a:t>Topics to be covered</a:t>
            </a:r>
          </a:p>
        </p:txBody>
      </p:sp>
      <p:sp>
        <p:nvSpPr>
          <p:cNvPr id="3" name="Content Placeholder 2">
            <a:extLst>
              <a:ext uri="{FF2B5EF4-FFF2-40B4-BE49-F238E27FC236}">
                <a16:creationId xmlns="" xmlns:a16="http://schemas.microsoft.com/office/drawing/2014/main" id="{B63399D9-0AA1-41B3-B50F-DFDCBDAD2A6B}"/>
              </a:ext>
            </a:extLst>
          </p:cNvPr>
          <p:cNvSpPr>
            <a:spLocks noGrp="1"/>
          </p:cNvSpPr>
          <p:nvPr>
            <p:ph idx="1"/>
          </p:nvPr>
        </p:nvSpPr>
        <p:spPr/>
        <p:txBody>
          <a:bodyPr/>
          <a:lstStyle/>
          <a:p>
            <a:r>
              <a:rPr lang="en-IN" dirty="0"/>
              <a:t>Introducing Transactions, </a:t>
            </a:r>
          </a:p>
          <a:p>
            <a:r>
              <a:rPr lang="en-IN" dirty="0"/>
              <a:t>Processing a transaction and State of transaction, </a:t>
            </a:r>
          </a:p>
          <a:p>
            <a:r>
              <a:rPr lang="en-IN" dirty="0"/>
              <a:t>ACID property of a transaction</a:t>
            </a:r>
          </a:p>
        </p:txBody>
      </p:sp>
    </p:spTree>
    <p:extLst>
      <p:ext uri="{BB962C8B-B14F-4D97-AF65-F5344CB8AC3E}">
        <p14:creationId xmlns:p14="http://schemas.microsoft.com/office/powerpoint/2010/main" val="386734276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4822EAD-848D-4A95-9D39-89437C6C4862}"/>
              </a:ext>
            </a:extLst>
          </p:cNvPr>
          <p:cNvSpPr>
            <a:spLocks noGrp="1"/>
          </p:cNvSpPr>
          <p:nvPr>
            <p:ph type="title"/>
          </p:nvPr>
        </p:nvSpPr>
        <p:spPr/>
        <p:txBody>
          <a:bodyPr/>
          <a:lstStyle/>
          <a:p>
            <a:r>
              <a:rPr lang="en-IN" dirty="0"/>
              <a:t>Single-User Versus Multiuser system</a:t>
            </a:r>
          </a:p>
        </p:txBody>
      </p:sp>
      <p:sp>
        <p:nvSpPr>
          <p:cNvPr id="3" name="Content Placeholder 2">
            <a:extLst>
              <a:ext uri="{FF2B5EF4-FFF2-40B4-BE49-F238E27FC236}">
                <a16:creationId xmlns="" xmlns:a16="http://schemas.microsoft.com/office/drawing/2014/main" id="{D87BDF4F-010F-4F5B-94FA-6D980FEE4544}"/>
              </a:ext>
            </a:extLst>
          </p:cNvPr>
          <p:cNvSpPr>
            <a:spLocks noGrp="1"/>
          </p:cNvSpPr>
          <p:nvPr>
            <p:ph idx="1"/>
          </p:nvPr>
        </p:nvSpPr>
        <p:spPr/>
        <p:txBody>
          <a:bodyPr/>
          <a:lstStyle/>
          <a:p>
            <a:r>
              <a:rPr lang="en-IN" dirty="0"/>
              <a:t>Single-User: </a:t>
            </a:r>
          </a:p>
          <a:p>
            <a:pPr lvl="1"/>
            <a:r>
              <a:rPr lang="en-IN"/>
              <a:t>At </a:t>
            </a:r>
            <a:r>
              <a:rPr lang="en-IN" smtClean="0"/>
              <a:t>most </a:t>
            </a:r>
            <a:r>
              <a:rPr lang="en-IN" dirty="0"/>
              <a:t>one user at a time can use the system</a:t>
            </a:r>
          </a:p>
          <a:p>
            <a:pPr lvl="1"/>
            <a:r>
              <a:rPr lang="en-IN" dirty="0"/>
              <a:t>Mostly restricted to personal computer system</a:t>
            </a:r>
          </a:p>
          <a:p>
            <a:r>
              <a:rPr lang="en-IN" dirty="0"/>
              <a:t>Multi-User system:</a:t>
            </a:r>
          </a:p>
          <a:p>
            <a:pPr lvl="1"/>
            <a:r>
              <a:rPr lang="en-IN" dirty="0"/>
              <a:t>Many users can use the system, and access the database concurrently</a:t>
            </a:r>
          </a:p>
          <a:p>
            <a:pPr lvl="1"/>
            <a:r>
              <a:rPr lang="en-IN" dirty="0" err="1"/>
              <a:t>Eg.</a:t>
            </a:r>
            <a:r>
              <a:rPr lang="en-IN" dirty="0"/>
              <a:t> Airline reservation system, banking system, stock market, supper market etc…</a:t>
            </a:r>
          </a:p>
          <a:p>
            <a:pPr lvl="1"/>
            <a:r>
              <a:rPr lang="en-IN" dirty="0"/>
              <a:t>In this system hundred and thousands of users are operating on the database by submitting transactions concurrently to the system. </a:t>
            </a:r>
          </a:p>
        </p:txBody>
      </p:sp>
    </p:spTree>
    <p:extLst>
      <p:ext uri="{BB962C8B-B14F-4D97-AF65-F5344CB8AC3E}">
        <p14:creationId xmlns:p14="http://schemas.microsoft.com/office/powerpoint/2010/main" val="129345531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BFF3790-5F5B-43DC-8CF3-CE2C7110650F}"/>
              </a:ext>
            </a:extLst>
          </p:cNvPr>
          <p:cNvSpPr>
            <a:spLocks noGrp="1"/>
          </p:cNvSpPr>
          <p:nvPr>
            <p:ph type="title"/>
          </p:nvPr>
        </p:nvSpPr>
        <p:spPr/>
        <p:txBody>
          <a:bodyPr/>
          <a:lstStyle/>
          <a:p>
            <a:r>
              <a:rPr lang="en-IN" dirty="0"/>
              <a:t>Multiprogramming and Parallel Processing</a:t>
            </a:r>
          </a:p>
        </p:txBody>
      </p:sp>
      <p:sp>
        <p:nvSpPr>
          <p:cNvPr id="3" name="Content Placeholder 2">
            <a:extLst>
              <a:ext uri="{FF2B5EF4-FFF2-40B4-BE49-F238E27FC236}">
                <a16:creationId xmlns="" xmlns:a16="http://schemas.microsoft.com/office/drawing/2014/main" id="{EE54A0A1-4725-4629-A501-AA44BF694CB2}"/>
              </a:ext>
            </a:extLst>
          </p:cNvPr>
          <p:cNvSpPr>
            <a:spLocks noGrp="1"/>
          </p:cNvSpPr>
          <p:nvPr>
            <p:ph idx="1"/>
          </p:nvPr>
        </p:nvSpPr>
        <p:spPr>
          <a:xfrm>
            <a:off x="838200" y="1690688"/>
            <a:ext cx="10515600" cy="4935195"/>
          </a:xfrm>
        </p:spPr>
        <p:txBody>
          <a:bodyPr>
            <a:normAutofit fontScale="92500" lnSpcReduction="10000"/>
          </a:bodyPr>
          <a:lstStyle/>
          <a:p>
            <a:r>
              <a:rPr lang="en-IN" dirty="0"/>
              <a:t>Multiprogramming allows the operating system of the computer to execute multiple programs / processes at the same time</a:t>
            </a:r>
          </a:p>
          <a:p>
            <a:r>
              <a:rPr lang="en-IN" dirty="0"/>
              <a:t>A single CPU can execute only one process at a time</a:t>
            </a:r>
          </a:p>
          <a:p>
            <a:r>
              <a:rPr lang="en-IN" dirty="0"/>
              <a:t>Multiprogramming operating system executes some command from one process, then suspend the process and execute commands from next process…and so on</a:t>
            </a:r>
          </a:p>
          <a:p>
            <a:r>
              <a:rPr lang="en-IN" dirty="0"/>
              <a:t>A process is resumed at the point where it was suspended, whenever it gets turn to use CPU again</a:t>
            </a:r>
          </a:p>
          <a:p>
            <a:r>
              <a:rPr lang="en-IN" dirty="0"/>
              <a:t>If the computer has multiple CPUs, parallel processing of multiple processes is possible</a:t>
            </a:r>
          </a:p>
          <a:p>
            <a:r>
              <a:rPr lang="en-IN" dirty="0"/>
              <a:t>Most of the systems have interleaved concurrency – i.e. primary resource accessed concurrently by interactive users or application programs, which are constantly retrieving information from / and modifying the DB. </a:t>
            </a:r>
          </a:p>
        </p:txBody>
      </p:sp>
    </p:spTree>
    <p:extLst>
      <p:ext uri="{BB962C8B-B14F-4D97-AF65-F5344CB8AC3E}">
        <p14:creationId xmlns:p14="http://schemas.microsoft.com/office/powerpoint/2010/main" val="200236491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BFF3790-5F5B-43DC-8CF3-CE2C7110650F}"/>
              </a:ext>
            </a:extLst>
          </p:cNvPr>
          <p:cNvSpPr>
            <a:spLocks noGrp="1"/>
          </p:cNvSpPr>
          <p:nvPr>
            <p:ph type="title"/>
          </p:nvPr>
        </p:nvSpPr>
        <p:spPr/>
        <p:txBody>
          <a:bodyPr/>
          <a:lstStyle/>
          <a:p>
            <a:r>
              <a:rPr lang="en-IN" dirty="0"/>
              <a:t>Multiprogramming and Parallel Processing</a:t>
            </a:r>
          </a:p>
        </p:txBody>
      </p:sp>
      <p:pic>
        <p:nvPicPr>
          <p:cNvPr id="5" name="Picture 4"/>
          <p:cNvPicPr>
            <a:picLocks noChangeAspect="1"/>
          </p:cNvPicPr>
          <p:nvPr/>
        </p:nvPicPr>
        <p:blipFill>
          <a:blip r:embed="rId2"/>
          <a:stretch>
            <a:fillRect/>
          </a:stretch>
        </p:blipFill>
        <p:spPr>
          <a:xfrm>
            <a:off x="1227191" y="1811874"/>
            <a:ext cx="9737618" cy="4247404"/>
          </a:xfrm>
          <a:prstGeom prst="rect">
            <a:avLst/>
          </a:prstGeom>
        </p:spPr>
      </p:pic>
    </p:spTree>
    <p:extLst>
      <p:ext uri="{BB962C8B-B14F-4D97-AF65-F5344CB8AC3E}">
        <p14:creationId xmlns:p14="http://schemas.microsoft.com/office/powerpoint/2010/main" val="321859904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BFF3790-5F5B-43DC-8CF3-CE2C7110650F}"/>
              </a:ext>
            </a:extLst>
          </p:cNvPr>
          <p:cNvSpPr>
            <a:spLocks noGrp="1"/>
          </p:cNvSpPr>
          <p:nvPr>
            <p:ph type="title"/>
          </p:nvPr>
        </p:nvSpPr>
        <p:spPr/>
        <p:txBody>
          <a:bodyPr/>
          <a:lstStyle/>
          <a:p>
            <a:r>
              <a:rPr lang="en-IN" dirty="0"/>
              <a:t>Multiprogramming and Parallel Processing</a:t>
            </a:r>
          </a:p>
        </p:txBody>
      </p:sp>
      <p:pic>
        <p:nvPicPr>
          <p:cNvPr id="3" name="Picture 2"/>
          <p:cNvPicPr>
            <a:picLocks noChangeAspect="1"/>
          </p:cNvPicPr>
          <p:nvPr/>
        </p:nvPicPr>
        <p:blipFill>
          <a:blip r:embed="rId2"/>
          <a:stretch>
            <a:fillRect/>
          </a:stretch>
        </p:blipFill>
        <p:spPr>
          <a:xfrm>
            <a:off x="838200" y="1356509"/>
            <a:ext cx="10515600" cy="5247157"/>
          </a:xfrm>
          <a:prstGeom prst="rect">
            <a:avLst/>
          </a:prstGeom>
        </p:spPr>
      </p:pic>
    </p:spTree>
    <p:extLst>
      <p:ext uri="{BB962C8B-B14F-4D97-AF65-F5344CB8AC3E}">
        <p14:creationId xmlns:p14="http://schemas.microsoft.com/office/powerpoint/2010/main" val="258157359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771C219-9453-4190-A0F2-ED4450DD53FE}"/>
              </a:ext>
            </a:extLst>
          </p:cNvPr>
          <p:cNvSpPr>
            <a:spLocks noGrp="1"/>
          </p:cNvSpPr>
          <p:nvPr>
            <p:ph type="title"/>
          </p:nvPr>
        </p:nvSpPr>
        <p:spPr/>
        <p:txBody>
          <a:bodyPr/>
          <a:lstStyle/>
          <a:p>
            <a:r>
              <a:rPr lang="en-IN" dirty="0"/>
              <a:t>Transactions, Database Items, Read and Write Operations and DBMS Buffers</a:t>
            </a:r>
          </a:p>
        </p:txBody>
      </p:sp>
      <p:sp>
        <p:nvSpPr>
          <p:cNvPr id="3" name="Content Placeholder 2">
            <a:extLst>
              <a:ext uri="{FF2B5EF4-FFF2-40B4-BE49-F238E27FC236}">
                <a16:creationId xmlns="" xmlns:a16="http://schemas.microsoft.com/office/drawing/2014/main" id="{8705E70A-9E45-48A2-ACC3-1089419833F1}"/>
              </a:ext>
            </a:extLst>
          </p:cNvPr>
          <p:cNvSpPr>
            <a:spLocks noGrp="1"/>
          </p:cNvSpPr>
          <p:nvPr>
            <p:ph idx="1"/>
          </p:nvPr>
        </p:nvSpPr>
        <p:spPr>
          <a:xfrm>
            <a:off x="838200" y="1825625"/>
            <a:ext cx="11034932" cy="4814326"/>
          </a:xfrm>
        </p:spPr>
        <p:txBody>
          <a:bodyPr>
            <a:normAutofit fontScale="85000" lnSpcReduction="20000"/>
          </a:bodyPr>
          <a:lstStyle/>
          <a:p>
            <a:pPr algn="just"/>
            <a:r>
              <a:rPr lang="en-IN" dirty="0"/>
              <a:t>A transaction is an executing program that forms a logical unit of database processing.</a:t>
            </a:r>
          </a:p>
          <a:p>
            <a:pPr algn="just"/>
            <a:r>
              <a:rPr lang="en-IN" dirty="0"/>
              <a:t>A transaction includes one or more database access operations—these can include insertion, deletion, modification (update), or retrieval operations.</a:t>
            </a:r>
          </a:p>
          <a:p>
            <a:pPr algn="just"/>
            <a:r>
              <a:rPr lang="en-IN" dirty="0"/>
              <a:t>One way of specifying the transaction boundaries is by specifying explicit begin transaction and end transaction statements in an application program</a:t>
            </a:r>
          </a:p>
          <a:p>
            <a:pPr algn="just"/>
            <a:r>
              <a:rPr lang="en-IN" dirty="0"/>
              <a:t>A single application program may contain more than one transaction if it contains several transaction boundaries</a:t>
            </a:r>
          </a:p>
          <a:p>
            <a:pPr algn="just"/>
            <a:r>
              <a:rPr lang="en-IN" dirty="0"/>
              <a:t>If the database operations in a transaction do not update the database but only retrieve data, the transaction is called a read-only transaction; otherwise it is known as a read-write transaction.</a:t>
            </a:r>
          </a:p>
          <a:p>
            <a:pPr algn="just"/>
            <a:r>
              <a:rPr lang="en-IN" dirty="0"/>
              <a:t>A database is basically represented as a collection of named data items. The size of a data item is called its granularity. </a:t>
            </a:r>
          </a:p>
          <a:p>
            <a:pPr algn="just"/>
            <a:r>
              <a:rPr lang="en-IN" dirty="0"/>
              <a:t>A data item can be a database record, but it can also be a larger unit such as a whole disk block, or even a smaller unit such as an individual field (attribute) value of some record in the database</a:t>
            </a:r>
          </a:p>
        </p:txBody>
      </p:sp>
    </p:spTree>
    <p:extLst>
      <p:ext uri="{BB962C8B-B14F-4D97-AF65-F5344CB8AC3E}">
        <p14:creationId xmlns:p14="http://schemas.microsoft.com/office/powerpoint/2010/main" val="33668400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4B0422F-AA60-4181-860B-212242B8B4DC}"/>
              </a:ext>
            </a:extLst>
          </p:cNvPr>
          <p:cNvSpPr>
            <a:spLocks noGrp="1"/>
          </p:cNvSpPr>
          <p:nvPr>
            <p:ph type="title"/>
          </p:nvPr>
        </p:nvSpPr>
        <p:spPr/>
        <p:txBody>
          <a:bodyPr/>
          <a:lstStyle/>
          <a:p>
            <a:r>
              <a:rPr lang="en-IN" dirty="0"/>
              <a:t>Access operations that a transaction can include are as follows:</a:t>
            </a:r>
          </a:p>
        </p:txBody>
      </p:sp>
      <p:sp>
        <p:nvSpPr>
          <p:cNvPr id="3" name="Content Placeholder 2">
            <a:extLst>
              <a:ext uri="{FF2B5EF4-FFF2-40B4-BE49-F238E27FC236}">
                <a16:creationId xmlns="" xmlns:a16="http://schemas.microsoft.com/office/drawing/2014/main" id="{0ECCC54A-2D6D-4232-A1B2-55B24A36E77B}"/>
              </a:ext>
            </a:extLst>
          </p:cNvPr>
          <p:cNvSpPr>
            <a:spLocks noGrp="1"/>
          </p:cNvSpPr>
          <p:nvPr>
            <p:ph idx="1"/>
          </p:nvPr>
        </p:nvSpPr>
        <p:spPr/>
        <p:txBody>
          <a:bodyPr/>
          <a:lstStyle/>
          <a:p>
            <a:r>
              <a:rPr lang="en-IN" dirty="0" err="1"/>
              <a:t>read_item</a:t>
            </a:r>
            <a:r>
              <a:rPr lang="en-IN" dirty="0"/>
              <a:t>(X)</a:t>
            </a:r>
          </a:p>
          <a:p>
            <a:pPr lvl="1"/>
            <a:r>
              <a:rPr lang="en-IN" dirty="0"/>
              <a:t>Reads a database item named X into a program variable. To simplify our notation, we assume that the program variable is also named X.</a:t>
            </a:r>
          </a:p>
          <a:p>
            <a:r>
              <a:rPr lang="en-IN" dirty="0" err="1"/>
              <a:t>write_item</a:t>
            </a:r>
            <a:r>
              <a:rPr lang="en-IN" dirty="0"/>
              <a:t>(X). </a:t>
            </a:r>
          </a:p>
          <a:p>
            <a:pPr lvl="1"/>
            <a:r>
              <a:rPr lang="en-IN" dirty="0"/>
              <a:t>Writes the value of program variable X into the database item named X</a:t>
            </a:r>
          </a:p>
        </p:txBody>
      </p:sp>
    </p:spTree>
    <p:extLst>
      <p:ext uri="{BB962C8B-B14F-4D97-AF65-F5344CB8AC3E}">
        <p14:creationId xmlns:p14="http://schemas.microsoft.com/office/powerpoint/2010/main" val="9935877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8537B841-AC17-4FDE-9495-884857C13118}"/>
              </a:ext>
            </a:extLst>
          </p:cNvPr>
          <p:cNvSpPr>
            <a:spLocks noGrp="1"/>
          </p:cNvSpPr>
          <p:nvPr>
            <p:ph idx="1"/>
          </p:nvPr>
        </p:nvSpPr>
        <p:spPr>
          <a:xfrm>
            <a:off x="422031" y="267286"/>
            <a:ext cx="11296357" cy="6260123"/>
          </a:xfrm>
        </p:spPr>
        <p:txBody>
          <a:bodyPr>
            <a:normAutofit/>
          </a:bodyPr>
          <a:lstStyle/>
          <a:p>
            <a:pPr algn="just"/>
            <a:r>
              <a:rPr lang="en-IN" dirty="0"/>
              <a:t>Executing a </a:t>
            </a:r>
            <a:r>
              <a:rPr lang="en-IN" dirty="0" err="1"/>
              <a:t>read_item</a:t>
            </a:r>
            <a:r>
              <a:rPr lang="en-IN" dirty="0"/>
              <a:t>(X) command includes the following steps:</a:t>
            </a:r>
          </a:p>
          <a:p>
            <a:pPr lvl="1" algn="just"/>
            <a:r>
              <a:rPr lang="en-IN" dirty="0"/>
              <a:t>1. Find the address of the disk block that contains item X.</a:t>
            </a:r>
          </a:p>
          <a:p>
            <a:pPr lvl="1" algn="just"/>
            <a:r>
              <a:rPr lang="en-IN" dirty="0"/>
              <a:t>2. Copy that disk block into a buffer in main memory (if that disk block is not already in some main memory buffer). The size of the buffer is the same as the disk block size.</a:t>
            </a:r>
          </a:p>
          <a:p>
            <a:pPr lvl="1" algn="just"/>
            <a:r>
              <a:rPr lang="en-IN" dirty="0"/>
              <a:t>3. Copy item X from the buffer to the program variable named X.</a:t>
            </a:r>
          </a:p>
          <a:p>
            <a:pPr lvl="1" algn="just"/>
            <a:endParaRPr lang="en-IN" dirty="0"/>
          </a:p>
          <a:p>
            <a:pPr algn="just"/>
            <a:r>
              <a:rPr lang="en-IN" dirty="0"/>
              <a:t>Executing a </a:t>
            </a:r>
            <a:r>
              <a:rPr lang="en-IN" dirty="0" err="1"/>
              <a:t>write_item</a:t>
            </a:r>
            <a:r>
              <a:rPr lang="en-IN" dirty="0"/>
              <a:t>(X) command includes the following steps:</a:t>
            </a:r>
          </a:p>
          <a:p>
            <a:pPr lvl="1" algn="just"/>
            <a:r>
              <a:rPr lang="en-IN" dirty="0"/>
              <a:t>1. Find the address of the disk block that contains item X.</a:t>
            </a:r>
          </a:p>
          <a:p>
            <a:pPr lvl="1" algn="just"/>
            <a:r>
              <a:rPr lang="en-IN" dirty="0"/>
              <a:t>2. Copy that disk block into a buffer in main memory (if that disk block is not already in some main memory buffer).</a:t>
            </a:r>
          </a:p>
          <a:p>
            <a:pPr lvl="1" algn="just"/>
            <a:r>
              <a:rPr lang="en-IN" dirty="0"/>
              <a:t>3. Copy item X from the program variable named X into its correct location in the buffer.</a:t>
            </a:r>
          </a:p>
          <a:p>
            <a:pPr lvl="1" algn="just"/>
            <a:r>
              <a:rPr lang="en-IN" dirty="0"/>
              <a:t>4. Store the updated disk block from the buffer back to disk (either immediately or at some later point in time).</a:t>
            </a:r>
          </a:p>
        </p:txBody>
      </p:sp>
    </p:spTree>
    <p:extLst>
      <p:ext uri="{BB962C8B-B14F-4D97-AF65-F5344CB8AC3E}">
        <p14:creationId xmlns:p14="http://schemas.microsoft.com/office/powerpoint/2010/main" val="19734625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13E22BE-362D-4C25-85AD-A6AE0A16B5EF}"/>
              </a:ext>
            </a:extLst>
          </p:cNvPr>
          <p:cNvSpPr>
            <a:spLocks noGrp="1"/>
          </p:cNvSpPr>
          <p:nvPr>
            <p:ph type="title"/>
          </p:nvPr>
        </p:nvSpPr>
        <p:spPr>
          <a:xfrm>
            <a:off x="838200" y="392332"/>
            <a:ext cx="10515600" cy="577410"/>
          </a:xfrm>
        </p:spPr>
        <p:txBody>
          <a:bodyPr>
            <a:normAutofit fontScale="90000"/>
          </a:bodyPr>
          <a:lstStyle/>
          <a:p>
            <a:r>
              <a:rPr lang="en-IN" dirty="0"/>
              <a:t>Transaction and System Concept</a:t>
            </a:r>
          </a:p>
        </p:txBody>
      </p:sp>
      <p:sp>
        <p:nvSpPr>
          <p:cNvPr id="3" name="Content Placeholder 2">
            <a:extLst>
              <a:ext uri="{FF2B5EF4-FFF2-40B4-BE49-F238E27FC236}">
                <a16:creationId xmlns="" xmlns:a16="http://schemas.microsoft.com/office/drawing/2014/main" id="{4977FB21-6E0F-45A9-8B92-D3E358100564}"/>
              </a:ext>
            </a:extLst>
          </p:cNvPr>
          <p:cNvSpPr>
            <a:spLocks noGrp="1"/>
          </p:cNvSpPr>
          <p:nvPr>
            <p:ph idx="1"/>
          </p:nvPr>
        </p:nvSpPr>
        <p:spPr>
          <a:xfrm>
            <a:off x="492369" y="1139483"/>
            <a:ext cx="11451102" cy="5584873"/>
          </a:xfrm>
        </p:spPr>
        <p:txBody>
          <a:bodyPr>
            <a:normAutofit/>
          </a:bodyPr>
          <a:lstStyle/>
          <a:p>
            <a:pPr algn="just"/>
            <a:r>
              <a:rPr lang="en-IN" sz="2000" dirty="0">
                <a:latin typeface="Times New Roman" panose="02020603050405020304" pitchFamily="18" charset="0"/>
                <a:cs typeface="Times New Roman" panose="02020603050405020304" pitchFamily="18" charset="0"/>
              </a:rPr>
              <a:t>A transaction is an atomic unit of work that should either be completed in its entirety or not done at all. </a:t>
            </a:r>
          </a:p>
          <a:p>
            <a:pPr algn="just"/>
            <a:r>
              <a:rPr lang="en-IN" sz="2000" dirty="0">
                <a:latin typeface="Times New Roman" panose="02020603050405020304" pitchFamily="18" charset="0"/>
                <a:cs typeface="Times New Roman" panose="02020603050405020304" pitchFamily="18" charset="0"/>
              </a:rPr>
              <a:t>For recovery purposes, the system needs to keep track of when each transaction starts, terminates, and commits, or aborts</a:t>
            </a:r>
          </a:p>
          <a:p>
            <a:pPr algn="just"/>
            <a:r>
              <a:rPr lang="en-IN" sz="2000" dirty="0">
                <a:latin typeface="Times New Roman" panose="02020603050405020304" pitchFamily="18" charset="0"/>
                <a:cs typeface="Times New Roman" panose="02020603050405020304" pitchFamily="18" charset="0"/>
              </a:rPr>
              <a:t>The recovery manager of the DBMS needs to keep track of the following operations:</a:t>
            </a:r>
          </a:p>
          <a:p>
            <a:pPr algn="just"/>
            <a:r>
              <a:rPr lang="en-IN" sz="2000" b="1" dirty="0">
                <a:latin typeface="Times New Roman" panose="02020603050405020304" pitchFamily="18" charset="0"/>
                <a:cs typeface="Times New Roman" panose="02020603050405020304" pitchFamily="18" charset="0"/>
              </a:rPr>
              <a:t>BEGIN_TRANSACTION</a:t>
            </a:r>
            <a:r>
              <a:rPr lang="en-IN" sz="2000" dirty="0">
                <a:latin typeface="Times New Roman" panose="02020603050405020304" pitchFamily="18" charset="0"/>
                <a:cs typeface="Times New Roman" panose="02020603050405020304" pitchFamily="18" charset="0"/>
              </a:rPr>
              <a:t>. This marks the beginning of transaction execution.</a:t>
            </a:r>
          </a:p>
          <a:p>
            <a:pPr algn="just"/>
            <a:r>
              <a:rPr lang="en-IN" sz="2000" b="1" dirty="0">
                <a:latin typeface="Times New Roman" panose="02020603050405020304" pitchFamily="18" charset="0"/>
                <a:cs typeface="Times New Roman" panose="02020603050405020304" pitchFamily="18" charset="0"/>
              </a:rPr>
              <a:t>READ or WRITE</a:t>
            </a:r>
            <a:r>
              <a:rPr lang="en-IN" sz="2000" dirty="0">
                <a:latin typeface="Times New Roman" panose="02020603050405020304" pitchFamily="18" charset="0"/>
                <a:cs typeface="Times New Roman" panose="02020603050405020304" pitchFamily="18" charset="0"/>
              </a:rPr>
              <a:t>. These specify read or write operations on the database items that are executed as part of a transaction.</a:t>
            </a:r>
          </a:p>
          <a:p>
            <a:pPr algn="just"/>
            <a:r>
              <a:rPr lang="en-IN" sz="2000" b="1" dirty="0">
                <a:latin typeface="Times New Roman" panose="02020603050405020304" pitchFamily="18" charset="0"/>
                <a:cs typeface="Times New Roman" panose="02020603050405020304" pitchFamily="18" charset="0"/>
              </a:rPr>
              <a:t>END_TRANSACTION</a:t>
            </a:r>
            <a:r>
              <a:rPr lang="en-IN" sz="2000" dirty="0">
                <a:latin typeface="Times New Roman" panose="02020603050405020304" pitchFamily="18" charset="0"/>
                <a:cs typeface="Times New Roman" panose="02020603050405020304" pitchFamily="18" charset="0"/>
              </a:rPr>
              <a:t>. This specifies that READ and WRITE transaction operations have ended and marks the end of transaction execution. However, at this point it may be necessary to check whether the changes introduced by the transaction can be permanently applied to the database (committed) or whether the transaction has to be aborted because it violates serializability or for some other reason.</a:t>
            </a:r>
          </a:p>
          <a:p>
            <a:pPr algn="just"/>
            <a:r>
              <a:rPr lang="en-IN" sz="2000" b="1" dirty="0">
                <a:latin typeface="Times New Roman" panose="02020603050405020304" pitchFamily="18" charset="0"/>
                <a:cs typeface="Times New Roman" panose="02020603050405020304" pitchFamily="18" charset="0"/>
              </a:rPr>
              <a:t>COMMIT_TRANSACTION</a:t>
            </a:r>
            <a:r>
              <a:rPr lang="en-IN" sz="2000" dirty="0">
                <a:latin typeface="Times New Roman" panose="02020603050405020304" pitchFamily="18" charset="0"/>
                <a:cs typeface="Times New Roman" panose="02020603050405020304" pitchFamily="18" charset="0"/>
              </a:rPr>
              <a:t>. This signals a successful end of the transaction so that any changes (updates) executed by the transaction can be safely committed to the database and will not be undone.</a:t>
            </a:r>
          </a:p>
          <a:p>
            <a:pPr algn="just"/>
            <a:r>
              <a:rPr lang="en-IN" sz="2000" b="1" dirty="0">
                <a:latin typeface="Times New Roman" panose="02020603050405020304" pitchFamily="18" charset="0"/>
                <a:cs typeface="Times New Roman" panose="02020603050405020304" pitchFamily="18" charset="0"/>
              </a:rPr>
              <a:t>ROLLBACK (or ABORT)</a:t>
            </a:r>
            <a:r>
              <a:rPr lang="en-IN" sz="2000" dirty="0">
                <a:latin typeface="Times New Roman" panose="02020603050405020304" pitchFamily="18" charset="0"/>
                <a:cs typeface="Times New Roman" panose="02020603050405020304" pitchFamily="18" charset="0"/>
              </a:rPr>
              <a:t>. This signals that the transaction has ended unsuccessfully, so that any changes or effects that the transaction may have applied to the database must be undone.</a:t>
            </a:r>
          </a:p>
        </p:txBody>
      </p:sp>
    </p:spTree>
    <p:extLst>
      <p:ext uri="{BB962C8B-B14F-4D97-AF65-F5344CB8AC3E}">
        <p14:creationId xmlns:p14="http://schemas.microsoft.com/office/powerpoint/2010/main" val="21034363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 xmlns:a16="http://schemas.microsoft.com/office/drawing/2014/main" id="{90E10959-119F-4908-BF50-4411C023EF25}"/>
              </a:ext>
            </a:extLst>
          </p:cNvPr>
          <p:cNvPicPr>
            <a:picLocks noChangeAspect="1"/>
          </p:cNvPicPr>
          <p:nvPr/>
        </p:nvPicPr>
        <p:blipFill>
          <a:blip r:embed="rId2"/>
          <a:stretch>
            <a:fillRect/>
          </a:stretch>
        </p:blipFill>
        <p:spPr>
          <a:xfrm>
            <a:off x="273575" y="1417873"/>
            <a:ext cx="11644849" cy="4022254"/>
          </a:xfrm>
          <a:prstGeom prst="rect">
            <a:avLst/>
          </a:prstGeom>
        </p:spPr>
      </p:pic>
    </p:spTree>
    <p:extLst>
      <p:ext uri="{BB962C8B-B14F-4D97-AF65-F5344CB8AC3E}">
        <p14:creationId xmlns:p14="http://schemas.microsoft.com/office/powerpoint/2010/main" val="40904623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EADF66D-E915-4FFC-959F-3F52DF17AFCB}"/>
              </a:ext>
            </a:extLst>
          </p:cNvPr>
          <p:cNvSpPr>
            <a:spLocks noGrp="1"/>
          </p:cNvSpPr>
          <p:nvPr>
            <p:ph type="title"/>
          </p:nvPr>
        </p:nvSpPr>
        <p:spPr>
          <a:xfrm>
            <a:off x="838200" y="246185"/>
            <a:ext cx="10515600" cy="830629"/>
          </a:xfrm>
        </p:spPr>
        <p:txBody>
          <a:bodyPr/>
          <a:lstStyle/>
          <a:p>
            <a:r>
              <a:rPr lang="en-IN" dirty="0"/>
              <a:t>Desirable Properties of Transactions</a:t>
            </a:r>
          </a:p>
        </p:txBody>
      </p:sp>
      <p:sp>
        <p:nvSpPr>
          <p:cNvPr id="3" name="Content Placeholder 2">
            <a:extLst>
              <a:ext uri="{FF2B5EF4-FFF2-40B4-BE49-F238E27FC236}">
                <a16:creationId xmlns="" xmlns:a16="http://schemas.microsoft.com/office/drawing/2014/main" id="{F32AF135-0BD8-4179-970B-BF43831A27E5}"/>
              </a:ext>
            </a:extLst>
          </p:cNvPr>
          <p:cNvSpPr>
            <a:spLocks noGrp="1"/>
          </p:cNvSpPr>
          <p:nvPr>
            <p:ph idx="1"/>
          </p:nvPr>
        </p:nvSpPr>
        <p:spPr>
          <a:xfrm>
            <a:off x="665284" y="1294228"/>
            <a:ext cx="10861431" cy="5416061"/>
          </a:xfrm>
        </p:spPr>
        <p:txBody>
          <a:bodyPr>
            <a:normAutofit fontScale="92500" lnSpcReduction="10000"/>
          </a:bodyPr>
          <a:lstStyle/>
          <a:p>
            <a:pPr algn="just"/>
            <a:r>
              <a:rPr lang="en-IN" dirty="0"/>
              <a:t>The following are the ACID properties:	</a:t>
            </a:r>
          </a:p>
          <a:p>
            <a:pPr algn="just"/>
            <a:r>
              <a:rPr lang="en-IN" sz="2800" b="1" i="0" u="none" strike="noStrike" baseline="0" dirty="0">
                <a:solidFill>
                  <a:srgbClr val="000000"/>
                </a:solidFill>
                <a:latin typeface="MinionPro-Bold"/>
              </a:rPr>
              <a:t>Atomicity. </a:t>
            </a:r>
            <a:r>
              <a:rPr lang="en-IN" sz="2800" b="0" i="0" u="none" strike="noStrike" baseline="0" dirty="0">
                <a:solidFill>
                  <a:srgbClr val="000000"/>
                </a:solidFill>
                <a:latin typeface="MinionPro-Regular"/>
              </a:rPr>
              <a:t>A transaction is an atomic unit of processing; it should either be performed in its entirety or not performed at all.</a:t>
            </a:r>
          </a:p>
          <a:p>
            <a:pPr algn="just"/>
            <a:r>
              <a:rPr lang="en-IN" sz="2800" b="1" i="0" u="none" strike="noStrike" baseline="0" dirty="0">
                <a:solidFill>
                  <a:srgbClr val="000000"/>
                </a:solidFill>
                <a:latin typeface="MinionPro-Bold"/>
              </a:rPr>
              <a:t>Consistency preservation. </a:t>
            </a:r>
            <a:r>
              <a:rPr lang="en-IN" sz="2800" b="0" i="0" u="none" strike="noStrike" baseline="0" dirty="0">
                <a:solidFill>
                  <a:srgbClr val="000000"/>
                </a:solidFill>
                <a:latin typeface="MinionPro-Regular"/>
              </a:rPr>
              <a:t>A transaction should be consistency preserving, meaning that if it is completely executed from beginning to end without interference from other transactions, it should take the database from one consistent state to another.</a:t>
            </a:r>
          </a:p>
          <a:p>
            <a:pPr algn="just"/>
            <a:r>
              <a:rPr lang="en-IN" sz="2800" b="1" i="0" u="none" strike="noStrike" baseline="0" dirty="0">
                <a:solidFill>
                  <a:srgbClr val="000000"/>
                </a:solidFill>
                <a:latin typeface="MinionPro-Bold"/>
              </a:rPr>
              <a:t>Isolation. </a:t>
            </a:r>
            <a:r>
              <a:rPr lang="en-IN" sz="2800" b="0" i="0" u="none" strike="noStrike" baseline="0" dirty="0">
                <a:solidFill>
                  <a:srgbClr val="000000"/>
                </a:solidFill>
                <a:latin typeface="MinionPro-Regular"/>
              </a:rPr>
              <a:t>A transaction should appear as though it is being executed in isolation from other transactions, even though many transactions are executing concurrently. That is, the execution of a transaction should not be interfered with by any other transactions executing concurrently.</a:t>
            </a:r>
          </a:p>
          <a:p>
            <a:pPr algn="just"/>
            <a:r>
              <a:rPr lang="en-IN" b="1" dirty="0">
                <a:solidFill>
                  <a:srgbClr val="000000"/>
                </a:solidFill>
                <a:latin typeface="MinionPro-Bold"/>
              </a:rPr>
              <a:t> Durability or permanency. </a:t>
            </a:r>
            <a:r>
              <a:rPr lang="en-IN" sz="2800" b="0" i="0" u="none" strike="noStrike" baseline="0" dirty="0">
                <a:solidFill>
                  <a:srgbClr val="000000"/>
                </a:solidFill>
                <a:latin typeface="MinionPro-Regular"/>
              </a:rPr>
              <a:t>The changes applied to the database by a committed transaction must persist in the database. These changes must not be lost because of any failure.</a:t>
            </a:r>
          </a:p>
          <a:p>
            <a:pPr algn="just"/>
            <a:endParaRPr lang="en-IN" dirty="0"/>
          </a:p>
        </p:txBody>
      </p:sp>
    </p:spTree>
    <p:extLst>
      <p:ext uri="{BB962C8B-B14F-4D97-AF65-F5344CB8AC3E}">
        <p14:creationId xmlns:p14="http://schemas.microsoft.com/office/powerpoint/2010/main" val="14235276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30EA9D7-655C-43E2-AD91-20720BF6E4AB}"/>
              </a:ext>
            </a:extLst>
          </p:cNvPr>
          <p:cNvSpPr>
            <a:spLocks noGrp="1"/>
          </p:cNvSpPr>
          <p:nvPr>
            <p:ph type="title"/>
          </p:nvPr>
        </p:nvSpPr>
        <p:spPr>
          <a:xfrm>
            <a:off x="838200" y="351058"/>
            <a:ext cx="10515600" cy="886900"/>
          </a:xfrm>
        </p:spPr>
        <p:txBody>
          <a:bodyPr/>
          <a:lstStyle/>
          <a:p>
            <a:r>
              <a:rPr lang="en-IN" dirty="0"/>
              <a:t>Schedules of Transaction</a:t>
            </a:r>
          </a:p>
        </p:txBody>
      </p:sp>
      <p:sp>
        <p:nvSpPr>
          <p:cNvPr id="3" name="Content Placeholder 2">
            <a:extLst>
              <a:ext uri="{FF2B5EF4-FFF2-40B4-BE49-F238E27FC236}">
                <a16:creationId xmlns:a16="http://schemas.microsoft.com/office/drawing/2014/main" xmlns="" id="{11CDBDD9-D1BD-4712-9F15-B6774B3325B0}"/>
              </a:ext>
            </a:extLst>
          </p:cNvPr>
          <p:cNvSpPr>
            <a:spLocks noGrp="1"/>
          </p:cNvSpPr>
          <p:nvPr>
            <p:ph idx="1"/>
          </p:nvPr>
        </p:nvSpPr>
        <p:spPr>
          <a:xfrm>
            <a:off x="604911" y="1420836"/>
            <a:ext cx="11127543" cy="5086106"/>
          </a:xfrm>
        </p:spPr>
        <p:txBody>
          <a:bodyPr>
            <a:normAutofit fontScale="92500"/>
          </a:bodyPr>
          <a:lstStyle/>
          <a:p>
            <a:pPr algn="just"/>
            <a:r>
              <a:rPr lang="en-IN" dirty="0"/>
              <a:t>A schedule (or history) S of n transactions T1, T2, … , Tn is an ordering of the operations of the transactions. </a:t>
            </a:r>
          </a:p>
          <a:p>
            <a:pPr algn="just"/>
            <a:r>
              <a:rPr lang="en-IN" dirty="0"/>
              <a:t>Operations from different transactions can be interleaved in the schedule S. </a:t>
            </a:r>
          </a:p>
          <a:p>
            <a:pPr algn="just"/>
            <a:r>
              <a:rPr lang="en-IN" dirty="0"/>
              <a:t>For each transaction </a:t>
            </a:r>
            <a:r>
              <a:rPr lang="en-IN" dirty="0" err="1"/>
              <a:t>Ti</a:t>
            </a:r>
            <a:r>
              <a:rPr lang="en-IN" dirty="0"/>
              <a:t> that participates in the schedule S, the operations of </a:t>
            </a:r>
            <a:r>
              <a:rPr lang="en-IN" dirty="0" err="1"/>
              <a:t>Ti</a:t>
            </a:r>
            <a:r>
              <a:rPr lang="en-IN" dirty="0"/>
              <a:t> in S must appear in the same order in which they occur in </a:t>
            </a:r>
            <a:r>
              <a:rPr lang="en-IN" dirty="0" err="1"/>
              <a:t>Ti</a:t>
            </a:r>
            <a:r>
              <a:rPr lang="en-IN" dirty="0"/>
              <a:t>.</a:t>
            </a:r>
          </a:p>
          <a:p>
            <a:pPr algn="just"/>
            <a:r>
              <a:rPr lang="en-IN" dirty="0"/>
              <a:t>For the purpose of recovery and concurrency control, mainly </a:t>
            </a:r>
            <a:r>
              <a:rPr lang="en-IN" dirty="0" err="1"/>
              <a:t>read_item</a:t>
            </a:r>
            <a:r>
              <a:rPr lang="en-IN" dirty="0"/>
              <a:t> and </a:t>
            </a:r>
            <a:r>
              <a:rPr lang="en-IN" dirty="0" err="1"/>
              <a:t>write_item</a:t>
            </a:r>
            <a:r>
              <a:rPr lang="en-IN" dirty="0"/>
              <a:t> operations of the transactions, as well as the commit and abort operations are considered here. </a:t>
            </a:r>
          </a:p>
          <a:p>
            <a:pPr algn="just"/>
            <a:r>
              <a:rPr lang="en-IN" dirty="0"/>
              <a:t>A shorthand notation for describing a schedule uses the symbols b, r, w, e, c, and a for the operations </a:t>
            </a:r>
            <a:r>
              <a:rPr lang="en-IN" dirty="0" err="1"/>
              <a:t>begin_transaction</a:t>
            </a:r>
            <a:r>
              <a:rPr lang="en-IN" dirty="0"/>
              <a:t>, </a:t>
            </a:r>
            <a:r>
              <a:rPr lang="en-IN" dirty="0" err="1"/>
              <a:t>read_item</a:t>
            </a:r>
            <a:r>
              <a:rPr lang="en-IN" dirty="0"/>
              <a:t>, </a:t>
            </a:r>
            <a:r>
              <a:rPr lang="en-IN" dirty="0" err="1"/>
              <a:t>write_item</a:t>
            </a:r>
            <a:r>
              <a:rPr lang="en-IN" dirty="0"/>
              <a:t>, </a:t>
            </a:r>
            <a:r>
              <a:rPr lang="en-IN" dirty="0" err="1"/>
              <a:t>end_transaction</a:t>
            </a:r>
            <a:r>
              <a:rPr lang="en-IN" dirty="0"/>
              <a:t>, commit, and abort, respectively, and appends as a subscript the transaction id (transaction number) to each operation in the schedule</a:t>
            </a:r>
          </a:p>
        </p:txBody>
      </p:sp>
    </p:spTree>
    <p:extLst>
      <p:ext uri="{BB962C8B-B14F-4D97-AF65-F5344CB8AC3E}">
        <p14:creationId xmlns:p14="http://schemas.microsoft.com/office/powerpoint/2010/main" val="78729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9B1A865-6491-41CB-9D95-92E257646959}"/>
              </a:ext>
            </a:extLst>
          </p:cNvPr>
          <p:cNvSpPr>
            <a:spLocks noGrp="1"/>
          </p:cNvSpPr>
          <p:nvPr>
            <p:ph type="title"/>
          </p:nvPr>
        </p:nvSpPr>
        <p:spPr/>
        <p:txBody>
          <a:bodyPr/>
          <a:lstStyle/>
          <a:p>
            <a:r>
              <a:rPr lang="en-IN" dirty="0"/>
              <a:t>Example</a:t>
            </a:r>
          </a:p>
        </p:txBody>
      </p:sp>
      <p:sp>
        <p:nvSpPr>
          <p:cNvPr id="3" name="Content Placeholder 2">
            <a:extLst>
              <a:ext uri="{FF2B5EF4-FFF2-40B4-BE49-F238E27FC236}">
                <a16:creationId xmlns:a16="http://schemas.microsoft.com/office/drawing/2014/main" xmlns="" id="{0BA5B0B2-B4C3-4502-9A1F-590947720A41}"/>
              </a:ext>
            </a:extLst>
          </p:cNvPr>
          <p:cNvSpPr>
            <a:spLocks noGrp="1"/>
          </p:cNvSpPr>
          <p:nvPr>
            <p:ph idx="1"/>
          </p:nvPr>
        </p:nvSpPr>
        <p:spPr>
          <a:xfrm>
            <a:off x="838200" y="1825625"/>
            <a:ext cx="10515600" cy="1325563"/>
          </a:xfrm>
        </p:spPr>
        <p:txBody>
          <a:bodyPr>
            <a:normAutofit/>
          </a:bodyPr>
          <a:lstStyle/>
          <a:p>
            <a:r>
              <a:rPr lang="en-IN" dirty="0"/>
              <a:t>Schedule for the following transaction can be written as:</a:t>
            </a:r>
          </a:p>
          <a:p>
            <a:pPr marL="0" indent="0">
              <a:buNone/>
            </a:pPr>
            <a:r>
              <a:rPr lang="en-IN" dirty="0"/>
              <a:t>	S: r1(X); r2(X); w1(X); r1(Y); w2(X); w1(Y);</a:t>
            </a:r>
          </a:p>
        </p:txBody>
      </p:sp>
      <p:pic>
        <p:nvPicPr>
          <p:cNvPr id="5" name="Picture 4">
            <a:extLst>
              <a:ext uri="{FF2B5EF4-FFF2-40B4-BE49-F238E27FC236}">
                <a16:creationId xmlns:a16="http://schemas.microsoft.com/office/drawing/2014/main" xmlns="" id="{D4C933BC-E303-4FE6-AA19-DDE58CC21624}"/>
              </a:ext>
            </a:extLst>
          </p:cNvPr>
          <p:cNvPicPr>
            <a:picLocks noChangeAspect="1"/>
          </p:cNvPicPr>
          <p:nvPr/>
        </p:nvPicPr>
        <p:blipFill>
          <a:blip r:embed="rId2"/>
          <a:stretch>
            <a:fillRect/>
          </a:stretch>
        </p:blipFill>
        <p:spPr>
          <a:xfrm>
            <a:off x="1851773" y="3429000"/>
            <a:ext cx="8488454" cy="3206750"/>
          </a:xfrm>
          <a:prstGeom prst="rect">
            <a:avLst/>
          </a:prstGeom>
        </p:spPr>
      </p:pic>
      <mc:AlternateContent xmlns:mc="http://schemas.openxmlformats.org/markup-compatibility/2006" xmlns:p14="http://schemas.microsoft.com/office/powerpoint/2010/main">
        <mc:Choice Requires="p14">
          <p:contentPart p14:bwMode="auto" r:id="rId3">
            <p14:nvContentPartPr>
              <p14:cNvPr id="6" name="Ink 5">
                <a:extLst>
                  <a:ext uri="{FF2B5EF4-FFF2-40B4-BE49-F238E27FC236}">
                    <a16:creationId xmlns:a16="http://schemas.microsoft.com/office/drawing/2014/main" xmlns="" id="{4C622CEB-7B80-4223-B2FF-2C4FBF0AB47B}"/>
                  </a:ext>
                </a:extLst>
              </p14:cNvPr>
              <p14:cNvContentPartPr/>
              <p14:nvPr/>
            </p14:nvContentPartPr>
            <p14:xfrm>
              <a:off x="2233385" y="2599948"/>
              <a:ext cx="601560" cy="44640"/>
            </p14:xfrm>
          </p:contentPart>
        </mc:Choice>
        <mc:Fallback xmlns="">
          <p:pic>
            <p:nvPicPr>
              <p:cNvPr id="6" name="Ink 5">
                <a:extLst>
                  <a:ext uri="{FF2B5EF4-FFF2-40B4-BE49-F238E27FC236}">
                    <a16:creationId xmlns:a16="http://schemas.microsoft.com/office/drawing/2014/main" xmlns:p14="http://schemas.microsoft.com/office/powerpoint/2010/main" xmlns="" id="{4C622CEB-7B80-4223-B2FF-2C4FBF0AB47B}"/>
                  </a:ext>
                </a:extLst>
              </p:cNvPr>
              <p:cNvPicPr/>
              <p:nvPr/>
            </p:nvPicPr>
            <p:blipFill>
              <a:blip r:embed="rId4"/>
              <a:stretch>
                <a:fillRect/>
              </a:stretch>
            </p:blipFill>
            <p:spPr>
              <a:xfrm>
                <a:off x="2179417" y="2491070"/>
                <a:ext cx="709495" cy="262396"/>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7" name="Ink 6">
                <a:extLst>
                  <a:ext uri="{FF2B5EF4-FFF2-40B4-BE49-F238E27FC236}">
                    <a16:creationId xmlns:a16="http://schemas.microsoft.com/office/drawing/2014/main" xmlns="" id="{43AC5740-12BA-4F29-AFCD-2E66C366222F}"/>
                  </a:ext>
                </a:extLst>
              </p14:cNvPr>
              <p14:cNvContentPartPr/>
              <p14:nvPr/>
            </p14:nvContentPartPr>
            <p14:xfrm>
              <a:off x="5907905" y="2586988"/>
              <a:ext cx="646200" cy="43920"/>
            </p14:xfrm>
          </p:contentPart>
        </mc:Choice>
        <mc:Fallback xmlns="">
          <p:pic>
            <p:nvPicPr>
              <p:cNvPr id="7" name="Ink 6">
                <a:extLst>
                  <a:ext uri="{FF2B5EF4-FFF2-40B4-BE49-F238E27FC236}">
                    <a16:creationId xmlns:a16="http://schemas.microsoft.com/office/drawing/2014/main" xmlns:p14="http://schemas.microsoft.com/office/powerpoint/2010/main" xmlns="" id="{43AC5740-12BA-4F29-AFCD-2E66C366222F}"/>
                  </a:ext>
                </a:extLst>
              </p:cNvPr>
              <p:cNvPicPr/>
              <p:nvPr/>
            </p:nvPicPr>
            <p:blipFill>
              <a:blip r:embed="rId6"/>
              <a:stretch>
                <a:fillRect/>
              </a:stretch>
            </p:blipFill>
            <p:spPr>
              <a:xfrm>
                <a:off x="5853935" y="2478988"/>
                <a:ext cx="754140" cy="25992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8" name="Ink 7">
                <a:extLst>
                  <a:ext uri="{FF2B5EF4-FFF2-40B4-BE49-F238E27FC236}">
                    <a16:creationId xmlns:a16="http://schemas.microsoft.com/office/drawing/2014/main" xmlns="" id="{99279421-6EAA-48E3-8EB1-19F9538B4873}"/>
                  </a:ext>
                </a:extLst>
              </p14:cNvPr>
              <p14:cNvContentPartPr/>
              <p14:nvPr/>
            </p14:nvContentPartPr>
            <p14:xfrm>
              <a:off x="1870505" y="3009988"/>
              <a:ext cx="360" cy="360"/>
            </p14:xfrm>
          </p:contentPart>
        </mc:Choice>
        <mc:Fallback xmlns="">
          <p:pic>
            <p:nvPicPr>
              <p:cNvPr id="8" name="Ink 7">
                <a:extLst>
                  <a:ext uri="{FF2B5EF4-FFF2-40B4-BE49-F238E27FC236}">
                    <a16:creationId xmlns:a16="http://schemas.microsoft.com/office/drawing/2014/main" xmlns:p14="http://schemas.microsoft.com/office/powerpoint/2010/main" xmlns="" id="{99279421-6EAA-48E3-8EB1-19F9538B4873}"/>
                  </a:ext>
                </a:extLst>
              </p:cNvPr>
              <p:cNvPicPr/>
              <p:nvPr/>
            </p:nvPicPr>
            <p:blipFill>
              <a:blip r:embed="rId8"/>
              <a:stretch>
                <a:fillRect/>
              </a:stretch>
            </p:blipFill>
            <p:spPr>
              <a:xfrm>
                <a:off x="1816505" y="2901988"/>
                <a:ext cx="108360" cy="21636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9" name="Ink 8">
                <a:extLst>
                  <a:ext uri="{FF2B5EF4-FFF2-40B4-BE49-F238E27FC236}">
                    <a16:creationId xmlns:a16="http://schemas.microsoft.com/office/drawing/2014/main" xmlns="" id="{99C318A7-E785-4E81-AC36-47F42AA24FF6}"/>
                  </a:ext>
                </a:extLst>
              </p14:cNvPr>
              <p14:cNvContentPartPr/>
              <p14:nvPr/>
            </p14:nvContentPartPr>
            <p14:xfrm>
              <a:off x="1997225" y="2883628"/>
              <a:ext cx="360" cy="360"/>
            </p14:xfrm>
          </p:contentPart>
        </mc:Choice>
        <mc:Fallback xmlns="">
          <p:pic>
            <p:nvPicPr>
              <p:cNvPr id="9" name="Ink 8">
                <a:extLst>
                  <a:ext uri="{FF2B5EF4-FFF2-40B4-BE49-F238E27FC236}">
                    <a16:creationId xmlns:a16="http://schemas.microsoft.com/office/drawing/2014/main" xmlns:p14="http://schemas.microsoft.com/office/powerpoint/2010/main" xmlns="" id="{99C318A7-E785-4E81-AC36-47F42AA24FF6}"/>
                  </a:ext>
                </a:extLst>
              </p:cNvPr>
              <p:cNvPicPr/>
              <p:nvPr/>
            </p:nvPicPr>
            <p:blipFill>
              <a:blip r:embed="rId10"/>
              <a:stretch>
                <a:fillRect/>
              </a:stretch>
            </p:blipFill>
            <p:spPr>
              <a:xfrm>
                <a:off x="1984985" y="2871388"/>
                <a:ext cx="24840" cy="2484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0" name="Ink 9">
                <a:extLst>
                  <a:ext uri="{FF2B5EF4-FFF2-40B4-BE49-F238E27FC236}">
                    <a16:creationId xmlns:a16="http://schemas.microsoft.com/office/drawing/2014/main" xmlns="" id="{47FCA751-4863-4EDB-B6CB-28A1073D3142}"/>
                  </a:ext>
                </a:extLst>
              </p14:cNvPr>
              <p14:cNvContentPartPr/>
              <p14:nvPr/>
            </p14:nvContentPartPr>
            <p14:xfrm>
              <a:off x="1927025" y="3024388"/>
              <a:ext cx="360" cy="360"/>
            </p14:xfrm>
          </p:contentPart>
        </mc:Choice>
        <mc:Fallback xmlns="">
          <p:pic>
            <p:nvPicPr>
              <p:cNvPr id="10" name="Ink 9">
                <a:extLst>
                  <a:ext uri="{FF2B5EF4-FFF2-40B4-BE49-F238E27FC236}">
                    <a16:creationId xmlns:a16="http://schemas.microsoft.com/office/drawing/2014/main" xmlns:p14="http://schemas.microsoft.com/office/powerpoint/2010/main" xmlns="" id="{47FCA751-4863-4EDB-B6CB-28A1073D3142}"/>
                  </a:ext>
                </a:extLst>
              </p:cNvPr>
              <p:cNvPicPr/>
              <p:nvPr/>
            </p:nvPicPr>
            <p:blipFill>
              <a:blip r:embed="rId12"/>
              <a:stretch>
                <a:fillRect/>
              </a:stretch>
            </p:blipFill>
            <p:spPr>
              <a:xfrm>
                <a:off x="1914785" y="3012148"/>
                <a:ext cx="24840" cy="2484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1" name="Ink 10">
                <a:extLst>
                  <a:ext uri="{FF2B5EF4-FFF2-40B4-BE49-F238E27FC236}">
                    <a16:creationId xmlns:a16="http://schemas.microsoft.com/office/drawing/2014/main" xmlns="" id="{2CD6F4FD-3225-4C58-8F7D-6C6949939736}"/>
                  </a:ext>
                </a:extLst>
              </p14:cNvPr>
              <p14:cNvContentPartPr/>
              <p14:nvPr/>
            </p14:nvContentPartPr>
            <p14:xfrm>
              <a:off x="2813345" y="2053468"/>
              <a:ext cx="360" cy="360"/>
            </p14:xfrm>
          </p:contentPart>
        </mc:Choice>
        <mc:Fallback xmlns="">
          <p:pic>
            <p:nvPicPr>
              <p:cNvPr id="11" name="Ink 10">
                <a:extLst>
                  <a:ext uri="{FF2B5EF4-FFF2-40B4-BE49-F238E27FC236}">
                    <a16:creationId xmlns:a16="http://schemas.microsoft.com/office/drawing/2014/main" xmlns:p14="http://schemas.microsoft.com/office/powerpoint/2010/main" xmlns="" id="{2CD6F4FD-3225-4C58-8F7D-6C6949939736}"/>
                  </a:ext>
                </a:extLst>
              </p:cNvPr>
              <p:cNvPicPr/>
              <p:nvPr/>
            </p:nvPicPr>
            <p:blipFill>
              <a:blip r:embed="rId10"/>
              <a:stretch>
                <a:fillRect/>
              </a:stretch>
            </p:blipFill>
            <p:spPr>
              <a:xfrm>
                <a:off x="2801105" y="2041228"/>
                <a:ext cx="24840" cy="24840"/>
              </a:xfrm>
              <a:prstGeom prst="rect">
                <a:avLst/>
              </a:prstGeom>
            </p:spPr>
          </p:pic>
        </mc:Fallback>
      </mc:AlternateContent>
      <p:sp>
        <p:nvSpPr>
          <p:cNvPr id="13" name="TextBox 12">
            <a:extLst>
              <a:ext uri="{FF2B5EF4-FFF2-40B4-BE49-F238E27FC236}">
                <a16:creationId xmlns:a16="http://schemas.microsoft.com/office/drawing/2014/main" xmlns="" id="{53A56B5E-2919-4030-BE3B-70B8A11D8FC1}"/>
              </a:ext>
            </a:extLst>
          </p:cNvPr>
          <p:cNvSpPr txBox="1"/>
          <p:nvPr/>
        </p:nvSpPr>
        <p:spPr>
          <a:xfrm>
            <a:off x="801862" y="2961623"/>
            <a:ext cx="10958824" cy="461665"/>
          </a:xfrm>
          <a:prstGeom prst="rect">
            <a:avLst/>
          </a:prstGeom>
          <a:noFill/>
        </p:spPr>
        <p:txBody>
          <a:bodyPr wrap="square">
            <a:spAutoFit/>
          </a:bodyPr>
          <a:lstStyle/>
          <a:p>
            <a:pPr marL="0" indent="0">
              <a:buNone/>
            </a:pPr>
            <a:r>
              <a:rPr lang="en-IN" sz="2400" dirty="0"/>
              <a:t>Highlighted operations are conflicting operations in the schedule – read-write conflict</a:t>
            </a:r>
          </a:p>
        </p:txBody>
      </p:sp>
    </p:spTree>
    <p:extLst>
      <p:ext uri="{BB962C8B-B14F-4D97-AF65-F5344CB8AC3E}">
        <p14:creationId xmlns:p14="http://schemas.microsoft.com/office/powerpoint/2010/main" val="2548364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9B1A865-6491-41CB-9D95-92E257646959}"/>
              </a:ext>
            </a:extLst>
          </p:cNvPr>
          <p:cNvSpPr>
            <a:spLocks noGrp="1"/>
          </p:cNvSpPr>
          <p:nvPr>
            <p:ph type="title"/>
          </p:nvPr>
        </p:nvSpPr>
        <p:spPr/>
        <p:txBody>
          <a:bodyPr/>
          <a:lstStyle/>
          <a:p>
            <a:r>
              <a:rPr lang="en-IN" dirty="0"/>
              <a:t>Example</a:t>
            </a:r>
          </a:p>
        </p:txBody>
      </p:sp>
      <p:sp>
        <p:nvSpPr>
          <p:cNvPr id="3" name="Content Placeholder 2">
            <a:extLst>
              <a:ext uri="{FF2B5EF4-FFF2-40B4-BE49-F238E27FC236}">
                <a16:creationId xmlns:a16="http://schemas.microsoft.com/office/drawing/2014/main" xmlns="" id="{0BA5B0B2-B4C3-4502-9A1F-590947720A41}"/>
              </a:ext>
            </a:extLst>
          </p:cNvPr>
          <p:cNvSpPr>
            <a:spLocks noGrp="1"/>
          </p:cNvSpPr>
          <p:nvPr>
            <p:ph idx="1"/>
          </p:nvPr>
        </p:nvSpPr>
        <p:spPr>
          <a:xfrm>
            <a:off x="838200" y="1825625"/>
            <a:ext cx="10515600" cy="1325563"/>
          </a:xfrm>
        </p:spPr>
        <p:txBody>
          <a:bodyPr/>
          <a:lstStyle/>
          <a:p>
            <a:r>
              <a:rPr lang="en-IN" dirty="0"/>
              <a:t>Schedule for the following transaction can be written as:</a:t>
            </a:r>
          </a:p>
          <a:p>
            <a:pPr marL="0" indent="0">
              <a:buNone/>
            </a:pPr>
            <a:r>
              <a:rPr lang="pt-BR" dirty="0"/>
              <a:t>	S: r1(X); w1(X); r2(X); w2(X); r1(Y); a1;</a:t>
            </a:r>
            <a:endParaRPr lang="en-IN" dirty="0"/>
          </a:p>
        </p:txBody>
      </p:sp>
      <p:pic>
        <p:nvPicPr>
          <p:cNvPr id="6" name="Picture 5">
            <a:extLst>
              <a:ext uri="{FF2B5EF4-FFF2-40B4-BE49-F238E27FC236}">
                <a16:creationId xmlns:a16="http://schemas.microsoft.com/office/drawing/2014/main" xmlns="" id="{E0F874D0-28B9-49D2-ABF5-1274D52A2521}"/>
              </a:ext>
            </a:extLst>
          </p:cNvPr>
          <p:cNvPicPr>
            <a:picLocks noChangeAspect="1"/>
          </p:cNvPicPr>
          <p:nvPr/>
        </p:nvPicPr>
        <p:blipFill>
          <a:blip r:embed="rId2"/>
          <a:stretch>
            <a:fillRect/>
          </a:stretch>
        </p:blipFill>
        <p:spPr>
          <a:xfrm>
            <a:off x="2175217" y="3429000"/>
            <a:ext cx="7841566" cy="3127495"/>
          </a:xfrm>
          <a:prstGeom prst="rect">
            <a:avLst/>
          </a:prstGeom>
        </p:spPr>
      </p:pic>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xmlns="" id="{6DD22641-6D31-4585-80B1-DAEDAF14B914}"/>
                  </a:ext>
                </a:extLst>
              </p14:cNvPr>
              <p14:cNvContentPartPr/>
              <p14:nvPr/>
            </p14:nvContentPartPr>
            <p14:xfrm>
              <a:off x="3108545" y="2544868"/>
              <a:ext cx="716760" cy="15120"/>
            </p14:xfrm>
          </p:contentPart>
        </mc:Choice>
        <mc:Fallback xmlns="">
          <p:pic>
            <p:nvPicPr>
              <p:cNvPr id="4" name="Ink 3">
                <a:extLst>
                  <a:ext uri="{FF2B5EF4-FFF2-40B4-BE49-F238E27FC236}">
                    <a16:creationId xmlns:a16="http://schemas.microsoft.com/office/drawing/2014/main" xmlns:p14="http://schemas.microsoft.com/office/powerpoint/2010/main" xmlns="" id="{6DD22641-6D31-4585-80B1-DAEDAF14B914}"/>
                  </a:ext>
                </a:extLst>
              </p:cNvPr>
              <p:cNvPicPr/>
              <p:nvPr/>
            </p:nvPicPr>
            <p:blipFill>
              <a:blip r:embed="rId4"/>
              <a:stretch>
                <a:fillRect/>
              </a:stretch>
            </p:blipFill>
            <p:spPr>
              <a:xfrm>
                <a:off x="3054545" y="2436868"/>
                <a:ext cx="824760" cy="23112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7" name="Ink 6">
                <a:extLst>
                  <a:ext uri="{FF2B5EF4-FFF2-40B4-BE49-F238E27FC236}">
                    <a16:creationId xmlns:a16="http://schemas.microsoft.com/office/drawing/2014/main" xmlns="" id="{0C76AFD1-D917-4D8E-AE27-45D9A7262057}"/>
                  </a:ext>
                </a:extLst>
              </p14:cNvPr>
              <p14:cNvContentPartPr/>
              <p14:nvPr/>
            </p14:nvContentPartPr>
            <p14:xfrm>
              <a:off x="5035985" y="2587708"/>
              <a:ext cx="673920" cy="15840"/>
            </p14:xfrm>
          </p:contentPart>
        </mc:Choice>
        <mc:Fallback xmlns="">
          <p:pic>
            <p:nvPicPr>
              <p:cNvPr id="7" name="Ink 6">
                <a:extLst>
                  <a:ext uri="{FF2B5EF4-FFF2-40B4-BE49-F238E27FC236}">
                    <a16:creationId xmlns:a16="http://schemas.microsoft.com/office/drawing/2014/main" xmlns:p14="http://schemas.microsoft.com/office/powerpoint/2010/main" xmlns="" id="{0C76AFD1-D917-4D8E-AE27-45D9A7262057}"/>
                  </a:ext>
                </a:extLst>
              </p:cNvPr>
              <p:cNvPicPr/>
              <p:nvPr/>
            </p:nvPicPr>
            <p:blipFill>
              <a:blip r:embed="rId6"/>
              <a:stretch>
                <a:fillRect/>
              </a:stretch>
            </p:blipFill>
            <p:spPr>
              <a:xfrm>
                <a:off x="4981985" y="2479708"/>
                <a:ext cx="781920" cy="231840"/>
              </a:xfrm>
              <a:prstGeom prst="rect">
                <a:avLst/>
              </a:prstGeom>
            </p:spPr>
          </p:pic>
        </mc:Fallback>
      </mc:AlternateContent>
      <p:sp>
        <p:nvSpPr>
          <p:cNvPr id="8" name="TextBox 7">
            <a:extLst>
              <a:ext uri="{FF2B5EF4-FFF2-40B4-BE49-F238E27FC236}">
                <a16:creationId xmlns:a16="http://schemas.microsoft.com/office/drawing/2014/main" xmlns="" id="{D5B10D0F-64C8-4887-9DE1-9A267F4B4DEE}"/>
              </a:ext>
            </a:extLst>
          </p:cNvPr>
          <p:cNvSpPr txBox="1"/>
          <p:nvPr/>
        </p:nvSpPr>
        <p:spPr>
          <a:xfrm>
            <a:off x="838199" y="2961623"/>
            <a:ext cx="10908324" cy="461665"/>
          </a:xfrm>
          <a:prstGeom prst="rect">
            <a:avLst/>
          </a:prstGeom>
          <a:noFill/>
        </p:spPr>
        <p:txBody>
          <a:bodyPr wrap="square">
            <a:spAutoFit/>
          </a:bodyPr>
          <a:lstStyle/>
          <a:p>
            <a:pPr marL="0" indent="0">
              <a:buNone/>
            </a:pPr>
            <a:r>
              <a:rPr lang="en-IN" sz="2400" dirty="0"/>
              <a:t>Highlighted operations are conflicting operations in the schedule – write-write conflict</a:t>
            </a:r>
          </a:p>
        </p:txBody>
      </p:sp>
    </p:spTree>
    <p:extLst>
      <p:ext uri="{BB962C8B-B14F-4D97-AF65-F5344CB8AC3E}">
        <p14:creationId xmlns:p14="http://schemas.microsoft.com/office/powerpoint/2010/main" val="7262843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D8280B8-F04A-43E0-BE49-34722FB29C83}"/>
              </a:ext>
            </a:extLst>
          </p:cNvPr>
          <p:cNvSpPr>
            <a:spLocks noGrp="1"/>
          </p:cNvSpPr>
          <p:nvPr>
            <p:ph type="title"/>
          </p:nvPr>
        </p:nvSpPr>
        <p:spPr/>
        <p:txBody>
          <a:bodyPr/>
          <a:lstStyle/>
          <a:p>
            <a:r>
              <a:rPr lang="en-IN" dirty="0"/>
              <a:t>Conflicting Operations in a Schedule</a:t>
            </a:r>
          </a:p>
        </p:txBody>
      </p:sp>
      <p:sp>
        <p:nvSpPr>
          <p:cNvPr id="3" name="Content Placeholder 2">
            <a:extLst>
              <a:ext uri="{FF2B5EF4-FFF2-40B4-BE49-F238E27FC236}">
                <a16:creationId xmlns:a16="http://schemas.microsoft.com/office/drawing/2014/main" xmlns="" id="{07671C5E-2E3B-4D07-A763-F476AF62501D}"/>
              </a:ext>
            </a:extLst>
          </p:cNvPr>
          <p:cNvSpPr>
            <a:spLocks noGrp="1"/>
          </p:cNvSpPr>
          <p:nvPr>
            <p:ph idx="1"/>
          </p:nvPr>
        </p:nvSpPr>
        <p:spPr/>
        <p:txBody>
          <a:bodyPr/>
          <a:lstStyle/>
          <a:p>
            <a:r>
              <a:rPr lang="en-IN" dirty="0"/>
              <a:t>Two operations in a schedule are said to conflict if they satisfy all three of the following conditions: </a:t>
            </a:r>
          </a:p>
          <a:p>
            <a:r>
              <a:rPr lang="en-IN" dirty="0"/>
              <a:t>(1) they belong to different transactions; </a:t>
            </a:r>
          </a:p>
          <a:p>
            <a:r>
              <a:rPr lang="en-IN" dirty="0"/>
              <a:t>(2) they access the same item X; and</a:t>
            </a:r>
          </a:p>
          <a:p>
            <a:r>
              <a:rPr lang="en-IN" dirty="0"/>
              <a:t>(3) at least one of the operations is a </a:t>
            </a:r>
            <a:r>
              <a:rPr lang="en-IN" dirty="0" err="1"/>
              <a:t>write_item</a:t>
            </a:r>
            <a:r>
              <a:rPr lang="en-IN" dirty="0"/>
              <a:t>(X).</a:t>
            </a:r>
          </a:p>
          <a:p>
            <a:r>
              <a:rPr lang="en-IN" dirty="0"/>
              <a:t>Two operations are conflicting if changing their order can result in a different outcome.</a:t>
            </a:r>
          </a:p>
          <a:p>
            <a:endParaRPr lang="en-IN" dirty="0"/>
          </a:p>
        </p:txBody>
      </p:sp>
    </p:spTree>
    <p:extLst>
      <p:ext uri="{BB962C8B-B14F-4D97-AF65-F5344CB8AC3E}">
        <p14:creationId xmlns:p14="http://schemas.microsoft.com/office/powerpoint/2010/main" val="12586913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AEBC7EA-30A2-4AFA-B6E6-A81BC2F40452}"/>
              </a:ext>
            </a:extLst>
          </p:cNvPr>
          <p:cNvSpPr>
            <a:spLocks noGrp="1"/>
          </p:cNvSpPr>
          <p:nvPr>
            <p:ph type="title"/>
          </p:nvPr>
        </p:nvSpPr>
        <p:spPr/>
        <p:txBody>
          <a:bodyPr/>
          <a:lstStyle/>
          <a:p>
            <a:r>
              <a:rPr lang="en-IN" dirty="0"/>
              <a:t>Complete Schedule</a:t>
            </a:r>
          </a:p>
        </p:txBody>
      </p:sp>
      <p:sp>
        <p:nvSpPr>
          <p:cNvPr id="3" name="Content Placeholder 2">
            <a:extLst>
              <a:ext uri="{FF2B5EF4-FFF2-40B4-BE49-F238E27FC236}">
                <a16:creationId xmlns:a16="http://schemas.microsoft.com/office/drawing/2014/main" xmlns="" id="{18BCBDCD-33F8-4B03-BAC4-5A6DEF2FD1DE}"/>
              </a:ext>
            </a:extLst>
          </p:cNvPr>
          <p:cNvSpPr>
            <a:spLocks noGrp="1"/>
          </p:cNvSpPr>
          <p:nvPr>
            <p:ph idx="1"/>
          </p:nvPr>
        </p:nvSpPr>
        <p:spPr>
          <a:xfrm>
            <a:off x="675249" y="1547446"/>
            <a:ext cx="10986867" cy="5050301"/>
          </a:xfrm>
        </p:spPr>
        <p:txBody>
          <a:bodyPr>
            <a:normAutofit/>
          </a:bodyPr>
          <a:lstStyle/>
          <a:p>
            <a:pPr algn="just"/>
            <a:r>
              <a:rPr lang="en-IN" dirty="0"/>
              <a:t>A schedule S of n transactions T1, T2, … , Tn is said to be a complete schedule if the following conditions hold:</a:t>
            </a:r>
          </a:p>
          <a:p>
            <a:pPr marL="0" indent="0" algn="just">
              <a:buNone/>
            </a:pPr>
            <a:endParaRPr lang="en-IN" dirty="0"/>
          </a:p>
          <a:p>
            <a:pPr algn="just"/>
            <a:r>
              <a:rPr lang="en-IN" dirty="0"/>
              <a:t>1. The operations in S are exactly those operations in T1, T2, … , Tn, including a commit or abort operation as the last operation for each transaction in the schedule.</a:t>
            </a:r>
          </a:p>
          <a:p>
            <a:pPr algn="just"/>
            <a:r>
              <a:rPr lang="en-IN" dirty="0"/>
              <a:t>2. For any pair of operations from the same transaction </a:t>
            </a:r>
            <a:r>
              <a:rPr lang="en-IN" dirty="0" err="1"/>
              <a:t>Ti</a:t>
            </a:r>
            <a:r>
              <a:rPr lang="en-IN" dirty="0"/>
              <a:t>, their relative order of appearance in S is the same as their order of appearance in </a:t>
            </a:r>
            <a:r>
              <a:rPr lang="en-IN" dirty="0" err="1"/>
              <a:t>Ti</a:t>
            </a:r>
            <a:r>
              <a:rPr lang="en-IN" dirty="0"/>
              <a:t>.</a:t>
            </a:r>
          </a:p>
          <a:p>
            <a:pPr algn="just"/>
            <a:r>
              <a:rPr lang="en-IN" dirty="0"/>
              <a:t>3. For any two conflicting operations, one of the two must occur before the other in the schedule</a:t>
            </a:r>
          </a:p>
        </p:txBody>
      </p:sp>
    </p:spTree>
    <p:extLst>
      <p:ext uri="{BB962C8B-B14F-4D97-AF65-F5344CB8AC3E}">
        <p14:creationId xmlns:p14="http://schemas.microsoft.com/office/powerpoint/2010/main" val="12910871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9F77B71-3086-405D-B8A1-AC7F8B036D24}"/>
              </a:ext>
            </a:extLst>
          </p:cNvPr>
          <p:cNvSpPr>
            <a:spLocks noGrp="1"/>
          </p:cNvSpPr>
          <p:nvPr>
            <p:ph type="title"/>
          </p:nvPr>
        </p:nvSpPr>
        <p:spPr>
          <a:xfrm>
            <a:off x="838200" y="329027"/>
            <a:ext cx="10515600" cy="704020"/>
          </a:xfrm>
        </p:spPr>
        <p:txBody>
          <a:bodyPr>
            <a:normAutofit/>
          </a:bodyPr>
          <a:lstStyle/>
          <a:p>
            <a:r>
              <a:rPr lang="en-IN" sz="4000" dirty="0"/>
              <a:t>Characterizing Schedules based on Recoverability</a:t>
            </a:r>
          </a:p>
        </p:txBody>
      </p:sp>
      <p:sp>
        <p:nvSpPr>
          <p:cNvPr id="3" name="Content Placeholder 2">
            <a:extLst>
              <a:ext uri="{FF2B5EF4-FFF2-40B4-BE49-F238E27FC236}">
                <a16:creationId xmlns:a16="http://schemas.microsoft.com/office/drawing/2014/main" xmlns="" id="{B04E23B8-3C9D-4F39-9792-5EA84AB86E5B}"/>
              </a:ext>
            </a:extLst>
          </p:cNvPr>
          <p:cNvSpPr>
            <a:spLocks noGrp="1"/>
          </p:cNvSpPr>
          <p:nvPr>
            <p:ph idx="1"/>
          </p:nvPr>
        </p:nvSpPr>
        <p:spPr>
          <a:xfrm>
            <a:off x="225084" y="1308296"/>
            <a:ext cx="11830928" cy="4868668"/>
          </a:xfrm>
        </p:spPr>
        <p:txBody>
          <a:bodyPr/>
          <a:lstStyle/>
          <a:p>
            <a:pPr algn="just"/>
            <a:r>
              <a:rPr lang="en-IN" dirty="0"/>
              <a:t>Once a transaction T is committed, it should never be necessary to roll back T. </a:t>
            </a:r>
          </a:p>
          <a:p>
            <a:pPr algn="just"/>
            <a:r>
              <a:rPr lang="en-IN" dirty="0"/>
              <a:t>This ensures that the durability property of transactions is not violated. </a:t>
            </a:r>
          </a:p>
          <a:p>
            <a:pPr algn="just"/>
            <a:r>
              <a:rPr lang="en-IN" dirty="0"/>
              <a:t>The schedules that theoretically meet this criterion are called </a:t>
            </a:r>
            <a:r>
              <a:rPr lang="en-IN" b="1" u="sng" dirty="0"/>
              <a:t>recoverable schedules</a:t>
            </a:r>
          </a:p>
          <a:p>
            <a:pPr algn="just"/>
            <a:endParaRPr lang="en-IN" u="sng" dirty="0"/>
          </a:p>
          <a:p>
            <a:pPr algn="just"/>
            <a:r>
              <a:rPr lang="en-IN" dirty="0"/>
              <a:t>A schedule where a committed transaction may have to be rolled back during recovery is called </a:t>
            </a:r>
            <a:r>
              <a:rPr lang="en-IN" b="1" u="sng" dirty="0"/>
              <a:t>nonrecoverable</a:t>
            </a:r>
            <a:r>
              <a:rPr lang="en-IN" dirty="0"/>
              <a:t> </a:t>
            </a:r>
            <a:r>
              <a:rPr lang="en-IN" b="1" u="sng" dirty="0"/>
              <a:t>schedules</a:t>
            </a:r>
            <a:endParaRPr lang="en-IN" dirty="0"/>
          </a:p>
          <a:p>
            <a:pPr algn="just"/>
            <a:r>
              <a:rPr lang="en-IN" dirty="0"/>
              <a:t>and hence should not be permitted by the DBMS</a:t>
            </a:r>
          </a:p>
        </p:txBody>
      </p:sp>
    </p:spTree>
    <p:extLst>
      <p:ext uri="{BB962C8B-B14F-4D97-AF65-F5344CB8AC3E}">
        <p14:creationId xmlns:p14="http://schemas.microsoft.com/office/powerpoint/2010/main" val="17660930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A53F448-A5A8-4F1F-9EC2-FC4094443AF1}"/>
              </a:ext>
            </a:extLst>
          </p:cNvPr>
          <p:cNvSpPr>
            <a:spLocks noGrp="1"/>
          </p:cNvSpPr>
          <p:nvPr>
            <p:ph type="title"/>
          </p:nvPr>
        </p:nvSpPr>
        <p:spPr>
          <a:xfrm>
            <a:off x="736209" y="286824"/>
            <a:ext cx="10719581" cy="788426"/>
          </a:xfrm>
        </p:spPr>
        <p:txBody>
          <a:bodyPr>
            <a:normAutofit fontScale="90000"/>
          </a:bodyPr>
          <a:lstStyle/>
          <a:p>
            <a:r>
              <a:rPr lang="en-IN" sz="4000" dirty="0"/>
              <a:t>The condition for a recoverable schedule is as follows</a:t>
            </a:r>
          </a:p>
        </p:txBody>
      </p:sp>
      <p:sp>
        <p:nvSpPr>
          <p:cNvPr id="3" name="Content Placeholder 2">
            <a:extLst>
              <a:ext uri="{FF2B5EF4-FFF2-40B4-BE49-F238E27FC236}">
                <a16:creationId xmlns:a16="http://schemas.microsoft.com/office/drawing/2014/main" xmlns="" id="{8AD8BFEB-C4E4-457B-887E-C4F7EA111940}"/>
              </a:ext>
            </a:extLst>
          </p:cNvPr>
          <p:cNvSpPr>
            <a:spLocks noGrp="1"/>
          </p:cNvSpPr>
          <p:nvPr>
            <p:ph idx="1"/>
          </p:nvPr>
        </p:nvSpPr>
        <p:spPr>
          <a:xfrm>
            <a:off x="464234" y="1378634"/>
            <a:ext cx="11422966" cy="3179298"/>
          </a:xfrm>
        </p:spPr>
        <p:txBody>
          <a:bodyPr/>
          <a:lstStyle/>
          <a:p>
            <a:pPr algn="just"/>
            <a:r>
              <a:rPr lang="en-IN" dirty="0"/>
              <a:t>A schedule S is recoverable if no transaction T in S commits until all transactions T′ that have written some item X that T reads have committed.</a:t>
            </a:r>
          </a:p>
          <a:p>
            <a:pPr algn="just"/>
            <a:r>
              <a:rPr lang="en-IN" dirty="0"/>
              <a:t>A transaction T reads from transaction T′ in a schedule S if some item X is first written by T′ and later read by T. </a:t>
            </a:r>
          </a:p>
          <a:p>
            <a:pPr algn="just"/>
            <a:r>
              <a:rPr lang="en-IN" dirty="0"/>
              <a:t>In addition, T′ should not have been aborted before T reads item X, and there should be no transactions that write X after T′ writes it and before T reads it</a:t>
            </a:r>
          </a:p>
        </p:txBody>
      </p:sp>
      <p:sp>
        <p:nvSpPr>
          <p:cNvPr id="5" name="TextBox 4">
            <a:extLst>
              <a:ext uri="{FF2B5EF4-FFF2-40B4-BE49-F238E27FC236}">
                <a16:creationId xmlns:a16="http://schemas.microsoft.com/office/drawing/2014/main" xmlns="" id="{7F105474-08A6-48E5-BBD9-5A251C43A2BE}"/>
              </a:ext>
            </a:extLst>
          </p:cNvPr>
          <p:cNvSpPr txBox="1"/>
          <p:nvPr/>
        </p:nvSpPr>
        <p:spPr>
          <a:xfrm>
            <a:off x="736208" y="4445388"/>
            <a:ext cx="11150992" cy="1969480"/>
          </a:xfrm>
          <a:prstGeom prst="rect">
            <a:avLst/>
          </a:prstGeom>
          <a:noFill/>
        </p:spPr>
        <p:txBody>
          <a:bodyPr wrap="square">
            <a:spAutoFit/>
          </a:bodyPr>
          <a:lstStyle/>
          <a:p>
            <a:pPr algn="l"/>
            <a:r>
              <a:rPr lang="en-IN" sz="2400" b="0" i="0" u="none" strike="noStrike" baseline="0" dirty="0" err="1">
                <a:latin typeface="MinionPro-Regular"/>
              </a:rPr>
              <a:t>Eg.</a:t>
            </a:r>
            <a:r>
              <a:rPr lang="en-IN" sz="2400" b="0" i="0" u="none" strike="noStrike" baseline="0" dirty="0">
                <a:latin typeface="MinionPro-Regular"/>
              </a:rPr>
              <a:t> Consider the schedule </a:t>
            </a:r>
            <a:r>
              <a:rPr lang="en-IN" sz="2400" b="1" i="1" u="none" strike="noStrike" baseline="0" dirty="0">
                <a:latin typeface="MinionPro-It"/>
              </a:rPr>
              <a:t>S</a:t>
            </a:r>
            <a:r>
              <a:rPr lang="en-IN" b="1" i="1" u="none" strike="noStrike" baseline="0" dirty="0">
                <a:latin typeface="MinionPro-It"/>
              </a:rPr>
              <a:t>a’</a:t>
            </a:r>
            <a:r>
              <a:rPr lang="en-IN" sz="2400" b="0" i="0" u="none" strike="noStrike" baseline="0" dirty="0">
                <a:latin typeface="Symbol" panose="05050102010706020507" pitchFamily="18" charset="2"/>
              </a:rPr>
              <a:t> </a:t>
            </a:r>
            <a:r>
              <a:rPr lang="en-IN" sz="2400" b="0" i="0" u="none" strike="noStrike" baseline="0" dirty="0">
                <a:latin typeface="MinionPro-Regular"/>
              </a:rPr>
              <a:t>given below, which is the same as schedule </a:t>
            </a:r>
            <a:r>
              <a:rPr lang="en-IN" sz="2400" b="0" i="1" u="none" strike="noStrike" baseline="0" dirty="0">
                <a:latin typeface="MinionPro-It"/>
              </a:rPr>
              <a:t>S</a:t>
            </a:r>
            <a:r>
              <a:rPr lang="en-IN" b="0" i="1" u="none" strike="noStrike" baseline="0" dirty="0">
                <a:latin typeface="MinionPro-It"/>
              </a:rPr>
              <a:t>a </a:t>
            </a:r>
            <a:r>
              <a:rPr lang="en-IN" sz="2400" b="0" i="0" u="none" strike="noStrike" baseline="0" dirty="0">
                <a:latin typeface="MinionPro-Regular"/>
              </a:rPr>
              <a:t>except that two commit operations have been added to </a:t>
            </a:r>
            <a:r>
              <a:rPr lang="en-IN" sz="2400" b="0" i="1" u="none" strike="noStrike" baseline="0" dirty="0">
                <a:latin typeface="MinionPro-It"/>
              </a:rPr>
              <a:t>S</a:t>
            </a:r>
            <a:r>
              <a:rPr lang="en-IN" b="0" i="1" u="none" strike="noStrike" baseline="0" dirty="0">
                <a:latin typeface="MinionPro-It"/>
              </a:rPr>
              <a:t>a</a:t>
            </a:r>
            <a:r>
              <a:rPr lang="en-IN" sz="2400" b="0" i="0" u="none" strike="noStrike" baseline="0" dirty="0">
                <a:latin typeface="MinionPro-Regular"/>
              </a:rPr>
              <a:t>:</a:t>
            </a:r>
          </a:p>
          <a:p>
            <a:pPr algn="l"/>
            <a:r>
              <a:rPr lang="en-IN" sz="2400" b="1" i="1" u="none" strike="noStrike" baseline="0" dirty="0">
                <a:latin typeface="MinionPro-It"/>
              </a:rPr>
              <a:t>S</a:t>
            </a:r>
            <a:r>
              <a:rPr lang="en-IN" b="1" i="1" u="none" strike="noStrike" baseline="0" dirty="0">
                <a:latin typeface="MinionPro-It"/>
              </a:rPr>
              <a:t>a’</a:t>
            </a:r>
            <a:r>
              <a:rPr lang="en-IN" b="0" i="1" u="none" strike="noStrike" baseline="0" dirty="0">
                <a:latin typeface="MinionPro-It"/>
              </a:rPr>
              <a:t> </a:t>
            </a:r>
            <a:r>
              <a:rPr lang="en-IN" sz="2400" b="0" i="0" u="none" strike="noStrike" baseline="0" dirty="0">
                <a:latin typeface="MinionPro-Regular"/>
              </a:rPr>
              <a:t>: </a:t>
            </a:r>
            <a:r>
              <a:rPr lang="en-IN" sz="2400" b="0" i="1" u="none" strike="noStrike" baseline="0" dirty="0">
                <a:latin typeface="MinionPro-It"/>
              </a:rPr>
              <a:t>r</a:t>
            </a:r>
            <a:r>
              <a:rPr lang="en-IN" b="0" i="0" u="none" strike="noStrike" baseline="0" dirty="0">
                <a:latin typeface="MinionPro-Regular"/>
              </a:rPr>
              <a:t>1</a:t>
            </a:r>
            <a:r>
              <a:rPr lang="en-IN" sz="2400" b="0" i="0" u="none" strike="noStrike" baseline="0" dirty="0">
                <a:latin typeface="MinionPro-Regular"/>
              </a:rPr>
              <a:t>(</a:t>
            </a:r>
            <a:r>
              <a:rPr lang="en-IN" sz="2400" b="0" i="1" u="none" strike="noStrike" baseline="0" dirty="0">
                <a:latin typeface="MinionPro-It"/>
              </a:rPr>
              <a:t>X</a:t>
            </a:r>
            <a:r>
              <a:rPr lang="en-IN" sz="2400" b="0" i="0" u="none" strike="noStrike" baseline="0" dirty="0">
                <a:latin typeface="MinionPro-Regular"/>
              </a:rPr>
              <a:t>); </a:t>
            </a:r>
            <a:r>
              <a:rPr lang="en-IN" sz="2400" b="0" i="1" u="none" strike="noStrike" baseline="0" dirty="0">
                <a:latin typeface="MinionPro-It"/>
              </a:rPr>
              <a:t>r</a:t>
            </a:r>
            <a:r>
              <a:rPr lang="en-IN" b="0" i="0" u="none" strike="noStrike" baseline="0" dirty="0">
                <a:latin typeface="MinionPro-Regular"/>
              </a:rPr>
              <a:t>2</a:t>
            </a:r>
            <a:r>
              <a:rPr lang="en-IN" sz="2400" b="0" i="0" u="none" strike="noStrike" baseline="0" dirty="0">
                <a:latin typeface="MinionPro-Regular"/>
              </a:rPr>
              <a:t>(</a:t>
            </a:r>
            <a:r>
              <a:rPr lang="en-IN" sz="2400" b="0" i="1" u="none" strike="noStrike" baseline="0" dirty="0">
                <a:latin typeface="MinionPro-It"/>
              </a:rPr>
              <a:t>X</a:t>
            </a:r>
            <a:r>
              <a:rPr lang="en-IN" sz="2400" b="0" i="0" u="none" strike="noStrike" baseline="0" dirty="0">
                <a:latin typeface="MinionPro-Regular"/>
              </a:rPr>
              <a:t>); </a:t>
            </a:r>
            <a:r>
              <a:rPr lang="en-IN" sz="2400" b="0" i="1" u="none" strike="noStrike" baseline="0" dirty="0">
                <a:latin typeface="MinionPro-It"/>
              </a:rPr>
              <a:t>w</a:t>
            </a:r>
            <a:r>
              <a:rPr lang="en-IN" b="0" i="0" u="none" strike="noStrike" baseline="0" dirty="0">
                <a:latin typeface="MinionPro-Regular"/>
              </a:rPr>
              <a:t>1</a:t>
            </a:r>
            <a:r>
              <a:rPr lang="en-IN" sz="2400" b="0" i="0" u="none" strike="noStrike" baseline="0" dirty="0">
                <a:latin typeface="MinionPro-Regular"/>
              </a:rPr>
              <a:t>(</a:t>
            </a:r>
            <a:r>
              <a:rPr lang="en-IN" sz="2400" b="0" i="1" u="none" strike="noStrike" baseline="0" dirty="0">
                <a:latin typeface="MinionPro-It"/>
              </a:rPr>
              <a:t>X</a:t>
            </a:r>
            <a:r>
              <a:rPr lang="en-IN" sz="2400" b="0" i="0" u="none" strike="noStrike" baseline="0" dirty="0">
                <a:latin typeface="MinionPro-Regular"/>
              </a:rPr>
              <a:t>); </a:t>
            </a:r>
            <a:r>
              <a:rPr lang="en-IN" sz="2400" b="0" i="1" u="none" strike="noStrike" baseline="0" dirty="0">
                <a:latin typeface="MinionPro-It"/>
              </a:rPr>
              <a:t>r</a:t>
            </a:r>
            <a:r>
              <a:rPr lang="en-IN" b="0" i="0" u="none" strike="noStrike" baseline="0" dirty="0">
                <a:latin typeface="MinionPro-Regular"/>
              </a:rPr>
              <a:t>1</a:t>
            </a:r>
            <a:r>
              <a:rPr lang="en-IN" sz="2400" b="0" i="0" u="none" strike="noStrike" baseline="0" dirty="0">
                <a:latin typeface="MinionPro-Regular"/>
              </a:rPr>
              <a:t>(</a:t>
            </a:r>
            <a:r>
              <a:rPr lang="en-IN" sz="2400" b="0" i="1" u="none" strike="noStrike" baseline="0" dirty="0">
                <a:latin typeface="MinionPro-It"/>
              </a:rPr>
              <a:t>Y</a:t>
            </a:r>
            <a:r>
              <a:rPr lang="en-IN" sz="2400" b="0" i="0" u="none" strike="noStrike" baseline="0" dirty="0">
                <a:latin typeface="MinionPro-Regular"/>
              </a:rPr>
              <a:t>); </a:t>
            </a:r>
            <a:r>
              <a:rPr lang="en-IN" sz="2400" b="0" i="1" u="none" strike="noStrike" baseline="0" dirty="0">
                <a:latin typeface="MinionPro-It"/>
              </a:rPr>
              <a:t>w</a:t>
            </a:r>
            <a:r>
              <a:rPr lang="en-IN" b="0" i="0" u="none" strike="noStrike" baseline="0" dirty="0">
                <a:latin typeface="MinionPro-Regular"/>
              </a:rPr>
              <a:t>2</a:t>
            </a:r>
            <a:r>
              <a:rPr lang="en-IN" sz="2400" b="0" i="0" u="none" strike="noStrike" baseline="0" dirty="0">
                <a:latin typeface="MinionPro-Regular"/>
              </a:rPr>
              <a:t>(</a:t>
            </a:r>
            <a:r>
              <a:rPr lang="en-IN" sz="2400" b="0" i="1" u="none" strike="noStrike" baseline="0" dirty="0">
                <a:latin typeface="MinionPro-It"/>
              </a:rPr>
              <a:t>X</a:t>
            </a:r>
            <a:r>
              <a:rPr lang="en-IN" sz="2400" b="0" i="0" u="none" strike="noStrike" baseline="0" dirty="0">
                <a:latin typeface="MinionPro-Regular"/>
              </a:rPr>
              <a:t>); </a:t>
            </a:r>
            <a:r>
              <a:rPr lang="en-IN" sz="2400" b="0" i="1" u="none" strike="noStrike" baseline="0" dirty="0">
                <a:latin typeface="MinionPro-It"/>
              </a:rPr>
              <a:t>c</a:t>
            </a:r>
            <a:r>
              <a:rPr lang="en-IN" b="0" i="0" u="none" strike="noStrike" baseline="0" dirty="0">
                <a:latin typeface="MinionPro-Regular"/>
              </a:rPr>
              <a:t>2</a:t>
            </a:r>
            <a:r>
              <a:rPr lang="en-IN" sz="2400" b="0" i="0" u="none" strike="noStrike" baseline="0" dirty="0">
                <a:latin typeface="MinionPro-Regular"/>
              </a:rPr>
              <a:t>; </a:t>
            </a:r>
            <a:r>
              <a:rPr lang="en-IN" sz="2400" b="0" i="1" u="none" strike="noStrike" baseline="0" dirty="0">
                <a:latin typeface="MinionPro-It"/>
              </a:rPr>
              <a:t>w</a:t>
            </a:r>
            <a:r>
              <a:rPr lang="en-IN" b="0" i="0" u="none" strike="noStrike" baseline="0" dirty="0">
                <a:latin typeface="MinionPro-Regular"/>
              </a:rPr>
              <a:t>1</a:t>
            </a:r>
            <a:r>
              <a:rPr lang="en-IN" sz="2400" b="0" i="0" u="none" strike="noStrike" baseline="0" dirty="0">
                <a:latin typeface="MinionPro-Regular"/>
              </a:rPr>
              <a:t>(</a:t>
            </a:r>
            <a:r>
              <a:rPr lang="en-IN" sz="2400" b="0" i="1" u="none" strike="noStrike" baseline="0" dirty="0">
                <a:latin typeface="MinionPro-It"/>
              </a:rPr>
              <a:t>Y</a:t>
            </a:r>
            <a:r>
              <a:rPr lang="en-IN" sz="2400" b="0" i="0" u="none" strike="noStrike" baseline="0" dirty="0">
                <a:latin typeface="MinionPro-Regular"/>
              </a:rPr>
              <a:t>); </a:t>
            </a:r>
            <a:r>
              <a:rPr lang="en-IN" sz="2400" b="0" i="1" u="none" strike="noStrike" baseline="0" dirty="0">
                <a:latin typeface="MinionPro-It"/>
              </a:rPr>
              <a:t>c</a:t>
            </a:r>
            <a:r>
              <a:rPr lang="en-IN" b="0" i="0" u="none" strike="noStrike" baseline="0" dirty="0">
                <a:latin typeface="MinionPro-Regular"/>
              </a:rPr>
              <a:t>1</a:t>
            </a:r>
            <a:r>
              <a:rPr lang="en-IN" sz="2400" b="0" i="0" u="none" strike="noStrike" baseline="0" dirty="0">
                <a:latin typeface="MinionPro-Regular"/>
              </a:rPr>
              <a:t>;</a:t>
            </a:r>
          </a:p>
          <a:p>
            <a:pPr algn="l"/>
            <a:r>
              <a:rPr lang="en-IN" sz="2400" b="1" i="1" u="none" strike="noStrike" baseline="0" dirty="0">
                <a:latin typeface="MinionPro-It"/>
              </a:rPr>
              <a:t>S</a:t>
            </a:r>
            <a:r>
              <a:rPr lang="en-IN" b="1" i="1" u="none" strike="noStrike" baseline="0" dirty="0">
                <a:latin typeface="MinionPro-It"/>
              </a:rPr>
              <a:t>a’</a:t>
            </a:r>
            <a:r>
              <a:rPr lang="en-IN" sz="2400" dirty="0">
                <a:latin typeface="Symbol" panose="05050102010706020507" pitchFamily="18" charset="2"/>
              </a:rPr>
              <a:t> </a:t>
            </a:r>
            <a:r>
              <a:rPr lang="en-IN" sz="2400" b="0" i="0" u="none" strike="noStrike" baseline="0" dirty="0">
                <a:latin typeface="MinionPro-Regular"/>
              </a:rPr>
              <a:t>is now called recoverable schedule, even though it suffers from the lost update problem</a:t>
            </a:r>
            <a:endParaRPr lang="en-IN" sz="2400" dirty="0"/>
          </a:p>
        </p:txBody>
      </p:sp>
    </p:spTree>
    <p:extLst>
      <p:ext uri="{BB962C8B-B14F-4D97-AF65-F5344CB8AC3E}">
        <p14:creationId xmlns:p14="http://schemas.microsoft.com/office/powerpoint/2010/main" val="1334473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1FAA15F-1612-4C6F-A8C6-7E39775D0F94}"/>
              </a:ext>
            </a:extLst>
          </p:cNvPr>
          <p:cNvSpPr>
            <a:spLocks noGrp="1"/>
          </p:cNvSpPr>
          <p:nvPr>
            <p:ph type="title"/>
          </p:nvPr>
        </p:nvSpPr>
        <p:spPr/>
        <p:txBody>
          <a:bodyPr/>
          <a:lstStyle/>
          <a:p>
            <a:r>
              <a:rPr lang="en-IN" dirty="0"/>
              <a:t>Example:</a:t>
            </a:r>
          </a:p>
        </p:txBody>
      </p:sp>
      <p:sp>
        <p:nvSpPr>
          <p:cNvPr id="3" name="Content Placeholder 2">
            <a:extLst>
              <a:ext uri="{FF2B5EF4-FFF2-40B4-BE49-F238E27FC236}">
                <a16:creationId xmlns:a16="http://schemas.microsoft.com/office/drawing/2014/main" xmlns="" id="{7190C6CD-E042-4717-A44F-DDF54AB82DC7}"/>
              </a:ext>
            </a:extLst>
          </p:cNvPr>
          <p:cNvSpPr>
            <a:spLocks noGrp="1"/>
          </p:cNvSpPr>
          <p:nvPr>
            <p:ph idx="1"/>
          </p:nvPr>
        </p:nvSpPr>
        <p:spPr/>
        <p:txBody>
          <a:bodyPr/>
          <a:lstStyle/>
          <a:p>
            <a:r>
              <a:rPr lang="en-IN" dirty="0"/>
              <a:t>Consider the two (partial) schedules Sc and Sd that follow:</a:t>
            </a:r>
          </a:p>
          <a:p>
            <a:endParaRPr lang="en-IN" dirty="0"/>
          </a:p>
          <a:p>
            <a:r>
              <a:rPr lang="en-IN" dirty="0"/>
              <a:t>Sc: r1(X); w1(X); r2(X); r1(Y); w2(X); c2; a1;</a:t>
            </a:r>
          </a:p>
          <a:p>
            <a:pPr lvl="1"/>
            <a:r>
              <a:rPr lang="en-IN" dirty="0"/>
              <a:t>Non Recoverable</a:t>
            </a:r>
          </a:p>
          <a:p>
            <a:r>
              <a:rPr lang="en-IN" dirty="0"/>
              <a:t>Sd: r1(X); w1(X); r2(X); r1(Y); w2(X); w1(Y); c1; c2;</a:t>
            </a:r>
          </a:p>
          <a:p>
            <a:pPr lvl="1"/>
            <a:r>
              <a:rPr lang="en-IN" dirty="0"/>
              <a:t>Recoverable</a:t>
            </a:r>
          </a:p>
          <a:p>
            <a:r>
              <a:rPr lang="en-IN" dirty="0"/>
              <a:t>Se: r1(X); w1(X); r2(X); r1(Y); w2(X); w1(Y); a1; a2;</a:t>
            </a:r>
          </a:p>
          <a:p>
            <a:pPr lvl="1"/>
            <a:r>
              <a:rPr lang="en-IN" dirty="0"/>
              <a:t>Recoverable with cascading rollback</a:t>
            </a:r>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xmlns="" id="{9F6B0C77-DED5-462A-B907-314945DE4292}"/>
                  </a:ext>
                </a:extLst>
              </p14:cNvPr>
              <p14:cNvContentPartPr/>
              <p14:nvPr/>
            </p14:nvContentPartPr>
            <p14:xfrm>
              <a:off x="6288065" y="3108268"/>
              <a:ext cx="280080" cy="360"/>
            </p14:xfrm>
          </p:contentPart>
        </mc:Choice>
        <mc:Fallback xmlns="">
          <p:pic>
            <p:nvPicPr>
              <p:cNvPr id="4" name="Ink 3">
                <a:extLst>
                  <a:ext uri="{FF2B5EF4-FFF2-40B4-BE49-F238E27FC236}">
                    <a16:creationId xmlns:a16="http://schemas.microsoft.com/office/drawing/2014/main" xmlns:p14="http://schemas.microsoft.com/office/powerpoint/2010/main" xmlns="" id="{9F6B0C77-DED5-462A-B907-314945DE4292}"/>
                  </a:ext>
                </a:extLst>
              </p:cNvPr>
              <p:cNvPicPr/>
              <p:nvPr/>
            </p:nvPicPr>
            <p:blipFill>
              <a:blip r:embed="rId3"/>
              <a:stretch>
                <a:fillRect/>
              </a:stretch>
            </p:blipFill>
            <p:spPr>
              <a:xfrm>
                <a:off x="6234065" y="3000268"/>
                <a:ext cx="388080" cy="216360"/>
              </a:xfrm>
              <a:prstGeom prst="rect">
                <a:avLst/>
              </a:prstGeom>
            </p:spPr>
          </p:pic>
        </mc:Fallback>
      </mc:AlternateContent>
      <p:grpSp>
        <p:nvGrpSpPr>
          <p:cNvPr id="8" name="Group 7">
            <a:extLst>
              <a:ext uri="{FF2B5EF4-FFF2-40B4-BE49-F238E27FC236}">
                <a16:creationId xmlns:a16="http://schemas.microsoft.com/office/drawing/2014/main" xmlns="" id="{D529D6A2-FB19-4ABB-AE20-40C6E6C709A2}"/>
              </a:ext>
            </a:extLst>
          </p:cNvPr>
          <p:cNvGrpSpPr/>
          <p:nvPr/>
        </p:nvGrpSpPr>
        <p:grpSpPr>
          <a:xfrm>
            <a:off x="3600665" y="3192508"/>
            <a:ext cx="576720" cy="113400"/>
            <a:chOff x="3600665" y="3192508"/>
            <a:chExt cx="576720" cy="113400"/>
          </a:xfrm>
        </p:grpSpPr>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xmlns="" id="{9B7B51D3-C753-4FB2-81CB-CC0BE9B48090}"/>
                    </a:ext>
                  </a:extLst>
                </p14:cNvPr>
                <p14:cNvContentPartPr/>
                <p14:nvPr/>
              </p14:nvContentPartPr>
              <p14:xfrm>
                <a:off x="3600665" y="3192508"/>
                <a:ext cx="576000" cy="29160"/>
              </p14:xfrm>
            </p:contentPart>
          </mc:Choice>
          <mc:Fallback xmlns="">
            <p:pic>
              <p:nvPicPr>
                <p:cNvPr id="6" name="Ink 5">
                  <a:extLst>
                    <a:ext uri="{FF2B5EF4-FFF2-40B4-BE49-F238E27FC236}">
                      <a16:creationId xmlns:a16="http://schemas.microsoft.com/office/drawing/2014/main" xmlns:p14="http://schemas.microsoft.com/office/powerpoint/2010/main" xmlns="" id="{9B7B51D3-C753-4FB2-81CB-CC0BE9B48090}"/>
                    </a:ext>
                  </a:extLst>
                </p:cNvPr>
                <p:cNvPicPr/>
                <p:nvPr/>
              </p:nvPicPr>
              <p:blipFill>
                <a:blip r:embed="rId5"/>
                <a:stretch>
                  <a:fillRect/>
                </a:stretch>
              </p:blipFill>
              <p:spPr>
                <a:xfrm>
                  <a:off x="3588417" y="3180268"/>
                  <a:ext cx="597253" cy="5364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7" name="Ink 6">
                  <a:extLst>
                    <a:ext uri="{FF2B5EF4-FFF2-40B4-BE49-F238E27FC236}">
                      <a16:creationId xmlns:a16="http://schemas.microsoft.com/office/drawing/2014/main" xmlns="" id="{7147A440-EDEF-4E8B-AA2B-A9B7D1648569}"/>
                    </a:ext>
                  </a:extLst>
                </p14:cNvPr>
                <p14:cNvContentPartPr/>
                <p14:nvPr/>
              </p14:nvContentPartPr>
              <p14:xfrm>
                <a:off x="3600665" y="3276748"/>
                <a:ext cx="576720" cy="29160"/>
              </p14:xfrm>
            </p:contentPart>
          </mc:Choice>
          <mc:Fallback xmlns="">
            <p:pic>
              <p:nvPicPr>
                <p:cNvPr id="7" name="Ink 6">
                  <a:extLst>
                    <a:ext uri="{FF2B5EF4-FFF2-40B4-BE49-F238E27FC236}">
                      <a16:creationId xmlns:a16="http://schemas.microsoft.com/office/drawing/2014/main" xmlns:p14="http://schemas.microsoft.com/office/powerpoint/2010/main" xmlns="" id="{7147A440-EDEF-4E8B-AA2B-A9B7D1648569}"/>
                    </a:ext>
                  </a:extLst>
                </p:cNvPr>
                <p:cNvPicPr/>
                <p:nvPr/>
              </p:nvPicPr>
              <p:blipFill>
                <a:blip r:embed="rId7"/>
                <a:stretch>
                  <a:fillRect/>
                </a:stretch>
              </p:blipFill>
              <p:spPr>
                <a:xfrm>
                  <a:off x="3588425" y="3264508"/>
                  <a:ext cx="597960" cy="536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8">
            <p14:nvContentPartPr>
              <p14:cNvPr id="9" name="Ink 8">
                <a:extLst>
                  <a:ext uri="{FF2B5EF4-FFF2-40B4-BE49-F238E27FC236}">
                    <a16:creationId xmlns:a16="http://schemas.microsoft.com/office/drawing/2014/main" xmlns="" id="{A927C659-2C3F-4081-B856-989960A188C3}"/>
                  </a:ext>
                </a:extLst>
              </p14:cNvPr>
              <p14:cNvContentPartPr/>
              <p14:nvPr/>
            </p14:nvContentPartPr>
            <p14:xfrm>
              <a:off x="2934665" y="2572948"/>
              <a:ext cx="919800" cy="360720"/>
            </p14:xfrm>
          </p:contentPart>
        </mc:Choice>
        <mc:Fallback xmlns="">
          <p:pic>
            <p:nvPicPr>
              <p:cNvPr id="9" name="Ink 8">
                <a:extLst>
                  <a:ext uri="{FF2B5EF4-FFF2-40B4-BE49-F238E27FC236}">
                    <a16:creationId xmlns:a16="http://schemas.microsoft.com/office/drawing/2014/main" xmlns:p14="http://schemas.microsoft.com/office/powerpoint/2010/main" xmlns="" id="{A927C659-2C3F-4081-B856-989960A188C3}"/>
                  </a:ext>
                </a:extLst>
              </p:cNvPr>
              <p:cNvPicPr/>
              <p:nvPr/>
            </p:nvPicPr>
            <p:blipFill>
              <a:blip r:embed="rId9"/>
              <a:stretch>
                <a:fillRect/>
              </a:stretch>
            </p:blipFill>
            <p:spPr>
              <a:xfrm>
                <a:off x="2925665" y="2560696"/>
                <a:ext cx="941040" cy="381981"/>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0" name="Ink 9">
                <a:extLst>
                  <a:ext uri="{FF2B5EF4-FFF2-40B4-BE49-F238E27FC236}">
                    <a16:creationId xmlns:a16="http://schemas.microsoft.com/office/drawing/2014/main" xmlns="" id="{4D89915A-2EA6-464A-9103-B8CB0BCC29EB}"/>
                  </a:ext>
                </a:extLst>
              </p14:cNvPr>
              <p14:cNvContentPartPr/>
              <p14:nvPr/>
            </p14:nvContentPartPr>
            <p14:xfrm>
              <a:off x="2848265" y="2774548"/>
              <a:ext cx="303480" cy="124560"/>
            </p14:xfrm>
          </p:contentPart>
        </mc:Choice>
        <mc:Fallback xmlns="">
          <p:pic>
            <p:nvPicPr>
              <p:cNvPr id="10" name="Ink 9">
                <a:extLst>
                  <a:ext uri="{FF2B5EF4-FFF2-40B4-BE49-F238E27FC236}">
                    <a16:creationId xmlns:a16="http://schemas.microsoft.com/office/drawing/2014/main" xmlns:p14="http://schemas.microsoft.com/office/powerpoint/2010/main" xmlns="" id="{4D89915A-2EA6-464A-9103-B8CB0BCC29EB}"/>
                  </a:ext>
                </a:extLst>
              </p:cNvPr>
              <p:cNvPicPr/>
              <p:nvPr/>
            </p:nvPicPr>
            <p:blipFill>
              <a:blip r:embed="rId11"/>
              <a:stretch>
                <a:fillRect/>
              </a:stretch>
            </p:blipFill>
            <p:spPr>
              <a:xfrm>
                <a:off x="2836025" y="2762308"/>
                <a:ext cx="327960" cy="14904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1" name="Ink 10">
                <a:extLst>
                  <a:ext uri="{FF2B5EF4-FFF2-40B4-BE49-F238E27FC236}">
                    <a16:creationId xmlns:a16="http://schemas.microsoft.com/office/drawing/2014/main" xmlns="" id="{61935153-B590-4648-A0F5-608D247BA1EA}"/>
                  </a:ext>
                </a:extLst>
              </p14:cNvPr>
              <p14:cNvContentPartPr/>
              <p14:nvPr/>
            </p14:nvContentPartPr>
            <p14:xfrm>
              <a:off x="6793145" y="3234268"/>
              <a:ext cx="319680" cy="15840"/>
            </p14:xfrm>
          </p:contentPart>
        </mc:Choice>
        <mc:Fallback xmlns="">
          <p:pic>
            <p:nvPicPr>
              <p:cNvPr id="11" name="Ink 10">
                <a:extLst>
                  <a:ext uri="{FF2B5EF4-FFF2-40B4-BE49-F238E27FC236}">
                    <a16:creationId xmlns:a16="http://schemas.microsoft.com/office/drawing/2014/main" xmlns:p14="http://schemas.microsoft.com/office/powerpoint/2010/main" xmlns="" id="{61935153-B590-4648-A0F5-608D247BA1EA}"/>
                  </a:ext>
                </a:extLst>
              </p:cNvPr>
              <p:cNvPicPr/>
              <p:nvPr/>
            </p:nvPicPr>
            <p:blipFill>
              <a:blip r:embed="rId13"/>
              <a:stretch>
                <a:fillRect/>
              </a:stretch>
            </p:blipFill>
            <p:spPr>
              <a:xfrm>
                <a:off x="6780905" y="3222300"/>
                <a:ext cx="344160" cy="39776"/>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2" name="Ink 11">
                <a:extLst>
                  <a:ext uri="{FF2B5EF4-FFF2-40B4-BE49-F238E27FC236}">
                    <a16:creationId xmlns:a16="http://schemas.microsoft.com/office/drawing/2014/main" xmlns="" id="{A281BA7B-17EB-4001-B2BB-441111DD739D}"/>
                  </a:ext>
                </a:extLst>
              </p14:cNvPr>
              <p14:cNvContentPartPr/>
              <p14:nvPr/>
            </p14:nvContentPartPr>
            <p14:xfrm>
              <a:off x="7329185" y="3952828"/>
              <a:ext cx="885600" cy="27360"/>
            </p14:xfrm>
          </p:contentPart>
        </mc:Choice>
        <mc:Fallback xmlns="">
          <p:pic>
            <p:nvPicPr>
              <p:cNvPr id="12" name="Ink 11">
                <a:extLst>
                  <a:ext uri="{FF2B5EF4-FFF2-40B4-BE49-F238E27FC236}">
                    <a16:creationId xmlns:a16="http://schemas.microsoft.com/office/drawing/2014/main" xmlns:p14="http://schemas.microsoft.com/office/powerpoint/2010/main" xmlns="" id="{A281BA7B-17EB-4001-B2BB-441111DD739D}"/>
                  </a:ext>
                </a:extLst>
              </p:cNvPr>
              <p:cNvPicPr/>
              <p:nvPr/>
            </p:nvPicPr>
            <p:blipFill>
              <a:blip r:embed="rId15"/>
              <a:stretch>
                <a:fillRect/>
              </a:stretch>
            </p:blipFill>
            <p:spPr>
              <a:xfrm>
                <a:off x="7275185" y="3844828"/>
                <a:ext cx="993600" cy="24336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3" name="Ink 12">
                <a:extLst>
                  <a:ext uri="{FF2B5EF4-FFF2-40B4-BE49-F238E27FC236}">
                    <a16:creationId xmlns:a16="http://schemas.microsoft.com/office/drawing/2014/main" xmlns="" id="{C541A078-7288-4B65-B01D-5A74799C7E3E}"/>
                  </a:ext>
                </a:extLst>
              </p14:cNvPr>
              <p14:cNvContentPartPr/>
              <p14:nvPr/>
            </p14:nvContentPartPr>
            <p14:xfrm>
              <a:off x="7370945" y="4865068"/>
              <a:ext cx="815040" cy="58680"/>
            </p14:xfrm>
          </p:contentPart>
        </mc:Choice>
        <mc:Fallback xmlns="">
          <p:pic>
            <p:nvPicPr>
              <p:cNvPr id="13" name="Ink 12">
                <a:extLst>
                  <a:ext uri="{FF2B5EF4-FFF2-40B4-BE49-F238E27FC236}">
                    <a16:creationId xmlns:a16="http://schemas.microsoft.com/office/drawing/2014/main" xmlns:p14="http://schemas.microsoft.com/office/powerpoint/2010/main" xmlns="" id="{C541A078-7288-4B65-B01D-5A74799C7E3E}"/>
                  </a:ext>
                </a:extLst>
              </p:cNvPr>
              <p:cNvPicPr/>
              <p:nvPr/>
            </p:nvPicPr>
            <p:blipFill>
              <a:blip r:embed="rId17"/>
              <a:stretch>
                <a:fillRect/>
              </a:stretch>
            </p:blipFill>
            <p:spPr>
              <a:xfrm>
                <a:off x="7316921" y="4757068"/>
                <a:ext cx="923088" cy="27468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4" name="Ink 13">
                <a:extLst>
                  <a:ext uri="{FF2B5EF4-FFF2-40B4-BE49-F238E27FC236}">
                    <a16:creationId xmlns:a16="http://schemas.microsoft.com/office/drawing/2014/main" xmlns="" id="{4B2BAA43-65A5-4559-A4E8-B83637331958}"/>
                  </a:ext>
                </a:extLst>
              </p14:cNvPr>
              <p14:cNvContentPartPr/>
              <p14:nvPr/>
            </p14:nvContentPartPr>
            <p14:xfrm>
              <a:off x="3305825" y="5472028"/>
              <a:ext cx="2691360" cy="28440"/>
            </p14:xfrm>
          </p:contentPart>
        </mc:Choice>
        <mc:Fallback xmlns="">
          <p:pic>
            <p:nvPicPr>
              <p:cNvPr id="14" name="Ink 13">
                <a:extLst>
                  <a:ext uri="{FF2B5EF4-FFF2-40B4-BE49-F238E27FC236}">
                    <a16:creationId xmlns:a16="http://schemas.microsoft.com/office/drawing/2014/main" xmlns:p14="http://schemas.microsoft.com/office/powerpoint/2010/main" xmlns="" id="{4B2BAA43-65A5-4559-A4E8-B83637331958}"/>
                  </a:ext>
                </a:extLst>
              </p:cNvPr>
              <p:cNvPicPr/>
              <p:nvPr/>
            </p:nvPicPr>
            <p:blipFill>
              <a:blip r:embed="rId19"/>
              <a:stretch>
                <a:fillRect/>
              </a:stretch>
            </p:blipFill>
            <p:spPr>
              <a:xfrm>
                <a:off x="3293585" y="5461588"/>
                <a:ext cx="2712600" cy="51120"/>
              </a:xfrm>
              <a:prstGeom prst="rect">
                <a:avLst/>
              </a:prstGeom>
            </p:spPr>
          </p:pic>
        </mc:Fallback>
      </mc:AlternateContent>
    </p:spTree>
    <p:extLst>
      <p:ext uri="{BB962C8B-B14F-4D97-AF65-F5344CB8AC3E}">
        <p14:creationId xmlns:p14="http://schemas.microsoft.com/office/powerpoint/2010/main" val="25328687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638E2B6-142A-41BF-8AE8-3A4D3C1718F3}"/>
              </a:ext>
            </a:extLst>
          </p:cNvPr>
          <p:cNvSpPr>
            <a:spLocks noGrp="1"/>
          </p:cNvSpPr>
          <p:nvPr>
            <p:ph type="title"/>
          </p:nvPr>
        </p:nvSpPr>
        <p:spPr/>
        <p:txBody>
          <a:bodyPr>
            <a:normAutofit/>
          </a:bodyPr>
          <a:lstStyle/>
          <a:p>
            <a:r>
              <a:rPr lang="en-IN" sz="4000" dirty="0"/>
              <a:t>Characterizing Schedules Based on Serializability</a:t>
            </a:r>
          </a:p>
        </p:txBody>
      </p:sp>
      <p:sp>
        <p:nvSpPr>
          <p:cNvPr id="3" name="Content Placeholder 2">
            <a:extLst>
              <a:ext uri="{FF2B5EF4-FFF2-40B4-BE49-F238E27FC236}">
                <a16:creationId xmlns:a16="http://schemas.microsoft.com/office/drawing/2014/main" xmlns="" id="{3FCCAD3E-F56F-447E-8969-15E71163BC8B}"/>
              </a:ext>
            </a:extLst>
          </p:cNvPr>
          <p:cNvSpPr>
            <a:spLocks noGrp="1"/>
          </p:cNvSpPr>
          <p:nvPr>
            <p:ph idx="1"/>
          </p:nvPr>
        </p:nvSpPr>
        <p:spPr>
          <a:xfrm>
            <a:off x="838199" y="1825625"/>
            <a:ext cx="11020865" cy="4667250"/>
          </a:xfrm>
        </p:spPr>
        <p:txBody>
          <a:bodyPr>
            <a:normAutofit/>
          </a:bodyPr>
          <a:lstStyle/>
          <a:p>
            <a:pPr algn="just"/>
            <a:r>
              <a:rPr lang="en-IN" dirty="0"/>
              <a:t>Suppose that two users—for example, two airline reservations agents—submit to the DBMS transactions T1 and T2 at approximately the same time. </a:t>
            </a:r>
          </a:p>
          <a:p>
            <a:pPr algn="just"/>
            <a:r>
              <a:rPr lang="en-IN" dirty="0"/>
              <a:t>If no interleaving of operations is permitted, there are only two possible outcomes:</a:t>
            </a:r>
          </a:p>
          <a:p>
            <a:pPr lvl="1" algn="just"/>
            <a:r>
              <a:rPr lang="en-IN" dirty="0"/>
              <a:t>1. Execute all the operations of transaction T1 (in sequence) followed by all the operations of transaction T2 (in sequence).</a:t>
            </a:r>
          </a:p>
          <a:p>
            <a:pPr lvl="1" algn="just"/>
            <a:r>
              <a:rPr lang="en-IN" dirty="0"/>
              <a:t>2. Execute all the operations of transaction T2 (in sequence) followed by all the operations of transaction T1 (in sequence).</a:t>
            </a:r>
          </a:p>
          <a:p>
            <a:pPr algn="just"/>
            <a:r>
              <a:rPr lang="en-IN" dirty="0"/>
              <a:t>These two schedules—called serial schedules</a:t>
            </a:r>
          </a:p>
        </p:txBody>
      </p:sp>
    </p:spTree>
    <p:extLst>
      <p:ext uri="{BB962C8B-B14F-4D97-AF65-F5344CB8AC3E}">
        <p14:creationId xmlns:p14="http://schemas.microsoft.com/office/powerpoint/2010/main" val="35888018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4FBACF59-EC6A-4B0B-9295-A3860CC28E70}"/>
              </a:ext>
            </a:extLst>
          </p:cNvPr>
          <p:cNvSpPr>
            <a:spLocks noGrp="1"/>
          </p:cNvSpPr>
          <p:nvPr>
            <p:ph idx="1"/>
          </p:nvPr>
        </p:nvSpPr>
        <p:spPr>
          <a:xfrm>
            <a:off x="8299938" y="393895"/>
            <a:ext cx="3696026" cy="5783068"/>
          </a:xfrm>
        </p:spPr>
        <p:txBody>
          <a:bodyPr/>
          <a:lstStyle/>
          <a:p>
            <a:r>
              <a:rPr lang="en-IN" dirty="0"/>
              <a:t>Schedule A and B are serial schedules</a:t>
            </a:r>
          </a:p>
          <a:p>
            <a:endParaRPr lang="en-IN" dirty="0"/>
          </a:p>
          <a:p>
            <a:r>
              <a:rPr lang="en-IN" dirty="0"/>
              <a:t>Schedule C is Non-Serializable Schedule</a:t>
            </a:r>
          </a:p>
          <a:p>
            <a:endParaRPr lang="en-IN" dirty="0"/>
          </a:p>
          <a:p>
            <a:r>
              <a:rPr lang="en-IN" dirty="0"/>
              <a:t>Schedule D is called as serializable schedule</a:t>
            </a:r>
          </a:p>
        </p:txBody>
      </p:sp>
      <p:pic>
        <p:nvPicPr>
          <p:cNvPr id="5" name="Picture 4">
            <a:extLst>
              <a:ext uri="{FF2B5EF4-FFF2-40B4-BE49-F238E27FC236}">
                <a16:creationId xmlns:a16="http://schemas.microsoft.com/office/drawing/2014/main" xmlns="" id="{663F56A5-3A90-4123-BEF8-7B89AC05E5CC}"/>
              </a:ext>
            </a:extLst>
          </p:cNvPr>
          <p:cNvPicPr>
            <a:picLocks noChangeAspect="1"/>
          </p:cNvPicPr>
          <p:nvPr/>
        </p:nvPicPr>
        <p:blipFill>
          <a:blip r:embed="rId2"/>
          <a:stretch>
            <a:fillRect/>
          </a:stretch>
        </p:blipFill>
        <p:spPr>
          <a:xfrm>
            <a:off x="196036" y="188598"/>
            <a:ext cx="8376730" cy="6465420"/>
          </a:xfrm>
          <a:prstGeom prst="rect">
            <a:avLst/>
          </a:prstGeom>
        </p:spPr>
      </p:pic>
    </p:spTree>
    <p:extLst>
      <p:ext uri="{BB962C8B-B14F-4D97-AF65-F5344CB8AC3E}">
        <p14:creationId xmlns:p14="http://schemas.microsoft.com/office/powerpoint/2010/main" val="40398003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p:txBody>
          <a:bodyPr/>
          <a:lstStyle/>
          <a:p>
            <a:pPr>
              <a:defRPr/>
            </a:pPr>
            <a:r>
              <a:rPr lang="en-US" dirty="0" smtClean="0">
                <a:effectLst>
                  <a:outerShdw blurRad="38100" dist="38100" dir="2700000" algn="tl">
                    <a:srgbClr val="C0C0C0"/>
                  </a:outerShdw>
                </a:effectLst>
              </a:rPr>
              <a:t>Concurrency control </a:t>
            </a:r>
            <a:endParaRPr lang="en-US" dirty="0">
              <a:effectLst>
                <a:outerShdw blurRad="38100" dist="38100" dir="2700000" algn="tl">
                  <a:srgbClr val="C0C0C0"/>
                </a:outerShdw>
              </a:effectLst>
            </a:endParaRPr>
          </a:p>
        </p:txBody>
      </p:sp>
      <p:sp>
        <p:nvSpPr>
          <p:cNvPr id="5123" name="Rectangle 3"/>
          <p:cNvSpPr>
            <a:spLocks noGrp="1" noChangeArrowheads="1"/>
          </p:cNvSpPr>
          <p:nvPr>
            <p:ph idx="1"/>
          </p:nvPr>
        </p:nvSpPr>
        <p:spPr>
          <a:xfrm>
            <a:off x="1991521" y="2116049"/>
            <a:ext cx="7581531" cy="5367972"/>
          </a:xfrm>
        </p:spPr>
        <p:txBody>
          <a:bodyPr/>
          <a:lstStyle/>
          <a:p>
            <a:r>
              <a:rPr lang="en-US" altLang="en-US" dirty="0"/>
              <a:t>Lock-Based Protocols</a:t>
            </a:r>
          </a:p>
          <a:p>
            <a:r>
              <a:rPr lang="en-US" altLang="en-US" dirty="0"/>
              <a:t>Timestamp-Based Protocols</a:t>
            </a:r>
          </a:p>
          <a:p>
            <a:r>
              <a:rPr lang="en-US" altLang="en-US" dirty="0"/>
              <a:t>Validation-Based </a:t>
            </a:r>
            <a:r>
              <a:rPr lang="en-US" altLang="en-US" dirty="0" smtClean="0"/>
              <a:t>Protocols</a:t>
            </a:r>
            <a:endParaRPr lang="en-US" altLang="en-US" dirty="0"/>
          </a:p>
        </p:txBody>
      </p:sp>
    </p:spTree>
    <p:extLst>
      <p:ext uri="{BB962C8B-B14F-4D97-AF65-F5344CB8AC3E}">
        <p14:creationId xmlns:p14="http://schemas.microsoft.com/office/powerpoint/2010/main" val="155346638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Lock-Based Protocols</a:t>
            </a:r>
          </a:p>
        </p:txBody>
      </p:sp>
      <p:sp>
        <p:nvSpPr>
          <p:cNvPr id="6147" name="Rectangle 3"/>
          <p:cNvSpPr>
            <a:spLocks noGrp="1" noChangeArrowheads="1"/>
          </p:cNvSpPr>
          <p:nvPr>
            <p:ph idx="1"/>
          </p:nvPr>
        </p:nvSpPr>
        <p:spPr>
          <a:xfrm>
            <a:off x="838200" y="1289784"/>
            <a:ext cx="11117239" cy="5367972"/>
          </a:xfrm>
        </p:spPr>
        <p:txBody>
          <a:bodyPr>
            <a:normAutofit/>
          </a:bodyPr>
          <a:lstStyle/>
          <a:p>
            <a:r>
              <a:rPr lang="en-US" altLang="en-US" dirty="0"/>
              <a:t>A lock is a mechanism to control concurrent access to a data item</a:t>
            </a:r>
          </a:p>
          <a:p>
            <a:r>
              <a:rPr lang="en-US" altLang="en-US" dirty="0"/>
              <a:t>Data items can be locked in two modes :</a:t>
            </a:r>
          </a:p>
          <a:p>
            <a:pPr>
              <a:buFont typeface="Monotype Sorts" charset="2"/>
              <a:buNone/>
            </a:pPr>
            <a:r>
              <a:rPr lang="en-US" altLang="en-US" i="1" dirty="0"/>
              <a:t>    </a:t>
            </a:r>
            <a:r>
              <a:rPr lang="en-US" altLang="en-US" dirty="0"/>
              <a:t>1</a:t>
            </a:r>
            <a:r>
              <a:rPr lang="en-US" altLang="en-US" i="1" dirty="0"/>
              <a:t>.  </a:t>
            </a:r>
            <a:r>
              <a:rPr lang="en-US" altLang="en-US" b="1" dirty="0">
                <a:solidFill>
                  <a:srgbClr val="002060"/>
                </a:solidFill>
              </a:rPr>
              <a:t>exclusive</a:t>
            </a:r>
            <a:r>
              <a:rPr lang="en-US" altLang="en-US" i="1" dirty="0"/>
              <a:t> (X) mode</a:t>
            </a:r>
            <a:r>
              <a:rPr lang="en-US" altLang="en-US" dirty="0"/>
              <a:t>. Data item can be both </a:t>
            </a:r>
            <a:r>
              <a:rPr lang="en-US" altLang="en-US" b="1" u="sng" dirty="0"/>
              <a:t>read</a:t>
            </a:r>
            <a:r>
              <a:rPr lang="en-US" altLang="en-US" dirty="0"/>
              <a:t> as well  as   </a:t>
            </a:r>
          </a:p>
          <a:p>
            <a:pPr>
              <a:lnSpc>
                <a:spcPct val="60000"/>
              </a:lnSpc>
              <a:buFont typeface="Monotype Sorts" charset="2"/>
              <a:buNone/>
            </a:pPr>
            <a:r>
              <a:rPr lang="en-US" altLang="en-US" dirty="0"/>
              <a:t>         </a:t>
            </a:r>
            <a:r>
              <a:rPr lang="en-US" altLang="en-US" b="1" u="sng" dirty="0"/>
              <a:t>written</a:t>
            </a:r>
            <a:r>
              <a:rPr lang="en-US" altLang="en-US" dirty="0"/>
              <a:t>. X-lock is requested using </a:t>
            </a:r>
            <a:r>
              <a:rPr lang="en-US" altLang="en-US" b="1" dirty="0"/>
              <a:t> lock-X</a:t>
            </a:r>
            <a:r>
              <a:rPr lang="en-US" altLang="en-US" dirty="0"/>
              <a:t> instruction.</a:t>
            </a:r>
          </a:p>
          <a:p>
            <a:pPr>
              <a:buFont typeface="Monotype Sorts" charset="2"/>
              <a:buNone/>
            </a:pPr>
            <a:r>
              <a:rPr lang="en-US" altLang="en-US" i="1" dirty="0"/>
              <a:t>    </a:t>
            </a:r>
            <a:r>
              <a:rPr lang="en-US" altLang="en-US" dirty="0"/>
              <a:t>2</a:t>
            </a:r>
            <a:r>
              <a:rPr lang="en-US" altLang="en-US" i="1" dirty="0"/>
              <a:t>.  </a:t>
            </a:r>
            <a:r>
              <a:rPr lang="en-US" altLang="en-US" b="1" dirty="0">
                <a:solidFill>
                  <a:srgbClr val="002060"/>
                </a:solidFill>
              </a:rPr>
              <a:t>shared</a:t>
            </a:r>
            <a:r>
              <a:rPr lang="en-US" altLang="en-US" i="1" dirty="0"/>
              <a:t> (S) mode</a:t>
            </a:r>
            <a:r>
              <a:rPr lang="en-US" altLang="en-US" dirty="0"/>
              <a:t>. Data item can </a:t>
            </a:r>
            <a:r>
              <a:rPr lang="en-US" altLang="en-US" b="1" u="sng" dirty="0"/>
              <a:t>only be read</a:t>
            </a:r>
            <a:r>
              <a:rPr lang="en-US" altLang="en-US" dirty="0"/>
              <a:t>. S-lock is          </a:t>
            </a:r>
          </a:p>
          <a:p>
            <a:pPr>
              <a:lnSpc>
                <a:spcPct val="60000"/>
              </a:lnSpc>
              <a:buFont typeface="Monotype Sorts" charset="2"/>
              <a:buNone/>
            </a:pPr>
            <a:r>
              <a:rPr lang="en-US" altLang="en-US" dirty="0"/>
              <a:t>         requested using </a:t>
            </a:r>
            <a:r>
              <a:rPr lang="en-US" altLang="en-US" b="1" dirty="0"/>
              <a:t> lock-S</a:t>
            </a:r>
            <a:r>
              <a:rPr lang="en-US" altLang="en-US" dirty="0"/>
              <a:t> instruction.</a:t>
            </a:r>
          </a:p>
          <a:p>
            <a:pPr>
              <a:lnSpc>
                <a:spcPct val="110000"/>
              </a:lnSpc>
            </a:pPr>
            <a:r>
              <a:rPr lang="en-US" altLang="en-US" dirty="0"/>
              <a:t>Lock requests are made to concurrency-control manager. Transaction can proceed only after request is granted.</a:t>
            </a:r>
          </a:p>
        </p:txBody>
      </p:sp>
    </p:spTree>
    <p:extLst>
      <p:ext uri="{BB962C8B-B14F-4D97-AF65-F5344CB8AC3E}">
        <p14:creationId xmlns:p14="http://schemas.microsoft.com/office/powerpoint/2010/main" val="373844529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798251" y="67855"/>
            <a:ext cx="10515600" cy="1325563"/>
          </a:xfrm>
        </p:spPr>
        <p:txBody>
          <a:bodyPr/>
          <a:lstStyle/>
          <a:p>
            <a:pPr>
              <a:defRPr/>
            </a:pPr>
            <a:r>
              <a:rPr lang="en-US" dirty="0">
                <a:effectLst>
                  <a:outerShdw blurRad="38100" dist="38100" dir="2700000" algn="tl">
                    <a:srgbClr val="C0C0C0"/>
                  </a:outerShdw>
                </a:effectLst>
              </a:rPr>
              <a:t>Lock-Based Protocols (Cont.)</a:t>
            </a:r>
          </a:p>
        </p:txBody>
      </p:sp>
      <p:sp>
        <p:nvSpPr>
          <p:cNvPr id="7171" name="Rectangle 3"/>
          <p:cNvSpPr>
            <a:spLocks noGrp="1" noChangeArrowheads="1"/>
          </p:cNvSpPr>
          <p:nvPr>
            <p:ph idx="1"/>
          </p:nvPr>
        </p:nvSpPr>
        <p:spPr>
          <a:xfrm>
            <a:off x="798251" y="1102497"/>
            <a:ext cx="11007062" cy="5367972"/>
          </a:xfrm>
        </p:spPr>
        <p:txBody>
          <a:bodyPr>
            <a:normAutofit/>
          </a:bodyPr>
          <a:lstStyle/>
          <a:p>
            <a:r>
              <a:rPr lang="en-US" altLang="en-US" b="1" dirty="0">
                <a:solidFill>
                  <a:srgbClr val="002060"/>
                </a:solidFill>
              </a:rPr>
              <a:t>Lock-compatibility matrix</a:t>
            </a:r>
          </a:p>
          <a:p>
            <a:endParaRPr lang="en-US" altLang="en-US" dirty="0">
              <a:solidFill>
                <a:schemeClr val="tx2"/>
              </a:solidFill>
            </a:endParaRPr>
          </a:p>
          <a:p>
            <a:endParaRPr lang="en-US" altLang="en-US" dirty="0"/>
          </a:p>
          <a:p>
            <a:endParaRPr lang="en-US" altLang="en-US" dirty="0"/>
          </a:p>
          <a:p>
            <a:pPr>
              <a:buFont typeface="Monotype Sorts" charset="2"/>
              <a:buNone/>
            </a:pPr>
            <a:endParaRPr lang="en-US" altLang="en-US" dirty="0"/>
          </a:p>
          <a:p>
            <a:r>
              <a:rPr lang="en-US" altLang="en-US" dirty="0"/>
              <a:t>A transaction may be granted a lock on an item if the requested lock is compatible with locks already held on the item by other transactions</a:t>
            </a:r>
          </a:p>
          <a:p>
            <a:r>
              <a:rPr lang="en-US" altLang="en-US" dirty="0"/>
              <a:t>Any number of transactions can hold shared locks on an item, </a:t>
            </a:r>
          </a:p>
          <a:p>
            <a:r>
              <a:rPr lang="en-US" altLang="en-US" dirty="0"/>
              <a:t>But if any transaction holds an exclusive on the item no other transaction may hold any lock on the item.</a:t>
            </a:r>
          </a:p>
        </p:txBody>
      </p:sp>
      <p:pic>
        <p:nvPicPr>
          <p:cNvPr id="7172" name="Picture 2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27614" y="1684339"/>
            <a:ext cx="1912937" cy="1093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6766317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827183" y="0"/>
            <a:ext cx="10515600" cy="1325563"/>
          </a:xfrm>
        </p:spPr>
        <p:txBody>
          <a:bodyPr/>
          <a:lstStyle/>
          <a:p>
            <a:pPr>
              <a:defRPr/>
            </a:pPr>
            <a:r>
              <a:rPr lang="en-US" dirty="0">
                <a:effectLst>
                  <a:outerShdw blurRad="38100" dist="38100" dir="2700000" algn="tl">
                    <a:srgbClr val="C0C0C0"/>
                  </a:outerShdw>
                </a:effectLst>
              </a:rPr>
              <a:t>Lock-Based Protocols (Cont.)</a:t>
            </a:r>
          </a:p>
        </p:txBody>
      </p:sp>
      <p:sp>
        <p:nvSpPr>
          <p:cNvPr id="8195" name="Rectangle 3"/>
          <p:cNvSpPr>
            <a:spLocks noGrp="1" noChangeArrowheads="1"/>
          </p:cNvSpPr>
          <p:nvPr>
            <p:ph idx="1"/>
          </p:nvPr>
        </p:nvSpPr>
        <p:spPr>
          <a:xfrm>
            <a:off x="827183" y="1102497"/>
            <a:ext cx="10515600" cy="5367972"/>
          </a:xfrm>
        </p:spPr>
        <p:txBody>
          <a:bodyPr>
            <a:normAutofit/>
          </a:bodyPr>
          <a:lstStyle/>
          <a:p>
            <a:r>
              <a:rPr lang="en-US" altLang="en-US" dirty="0"/>
              <a:t>Example of a transaction performing locking:</a:t>
            </a:r>
          </a:p>
          <a:p>
            <a:pPr>
              <a:buFont typeface="Monotype Sorts" charset="2"/>
              <a:buNone/>
            </a:pPr>
            <a:r>
              <a:rPr lang="en-US" altLang="en-US" dirty="0"/>
              <a:t>                       </a:t>
            </a:r>
            <a:r>
              <a:rPr lang="en-US" altLang="en-US" i="1" dirty="0"/>
              <a:t>T</a:t>
            </a:r>
            <a:r>
              <a:rPr lang="en-US" altLang="en-US" i="1" baseline="-25000" dirty="0"/>
              <a:t>2</a:t>
            </a:r>
            <a:r>
              <a:rPr lang="en-US" altLang="en-US" dirty="0"/>
              <a:t>:</a:t>
            </a:r>
            <a:r>
              <a:rPr lang="en-US" altLang="en-US" b="1" dirty="0"/>
              <a:t> lock-S</a:t>
            </a:r>
            <a:r>
              <a:rPr lang="en-US" altLang="en-US" i="1" dirty="0"/>
              <a:t>(A)</a:t>
            </a:r>
            <a:r>
              <a:rPr lang="en-US" altLang="en-US" dirty="0"/>
              <a:t>;</a:t>
            </a:r>
          </a:p>
          <a:p>
            <a:pPr>
              <a:buFont typeface="Monotype Sorts" charset="2"/>
              <a:buNone/>
            </a:pPr>
            <a:r>
              <a:rPr lang="en-US" altLang="en-US" b="1" dirty="0"/>
              <a:t>                             read </a:t>
            </a:r>
            <a:r>
              <a:rPr lang="en-US" altLang="en-US" i="1" dirty="0"/>
              <a:t>(A)</a:t>
            </a:r>
            <a:r>
              <a:rPr lang="en-US" altLang="en-US" dirty="0"/>
              <a:t>;</a:t>
            </a:r>
          </a:p>
          <a:p>
            <a:pPr>
              <a:buFont typeface="Monotype Sorts" charset="2"/>
              <a:buNone/>
            </a:pPr>
            <a:r>
              <a:rPr lang="en-US" altLang="en-US" b="1" dirty="0"/>
              <a:t>                             unlock</a:t>
            </a:r>
            <a:r>
              <a:rPr lang="en-US" altLang="en-US" i="1" dirty="0"/>
              <a:t>(A)</a:t>
            </a:r>
            <a:r>
              <a:rPr lang="en-US" altLang="en-US" dirty="0"/>
              <a:t>;</a:t>
            </a:r>
          </a:p>
          <a:p>
            <a:pPr>
              <a:buFont typeface="Monotype Sorts" charset="2"/>
              <a:buNone/>
            </a:pPr>
            <a:endParaRPr lang="en-US" altLang="en-US" dirty="0"/>
          </a:p>
          <a:p>
            <a:pPr>
              <a:buFont typeface="Monotype Sorts" charset="2"/>
              <a:buNone/>
            </a:pPr>
            <a:r>
              <a:rPr lang="en-US" altLang="en-US" b="1" dirty="0"/>
              <a:t>                       </a:t>
            </a:r>
            <a:r>
              <a:rPr lang="en-US" altLang="en-US" i="1" dirty="0" smtClean="0"/>
              <a:t>T1</a:t>
            </a:r>
            <a:r>
              <a:rPr lang="en-US" altLang="en-US" dirty="0" smtClean="0"/>
              <a:t>: </a:t>
            </a:r>
            <a:r>
              <a:rPr lang="en-US" altLang="en-US" b="1" dirty="0" smtClean="0"/>
              <a:t>lock-S</a:t>
            </a:r>
            <a:r>
              <a:rPr lang="en-US" altLang="en-US" i="1" dirty="0" smtClean="0"/>
              <a:t>(B</a:t>
            </a:r>
            <a:r>
              <a:rPr lang="en-US" altLang="en-US" i="1" dirty="0"/>
              <a:t>)</a:t>
            </a:r>
            <a:r>
              <a:rPr lang="en-US" altLang="en-US" dirty="0"/>
              <a:t>;</a:t>
            </a:r>
          </a:p>
          <a:p>
            <a:pPr>
              <a:buFont typeface="Monotype Sorts" charset="2"/>
              <a:buNone/>
            </a:pPr>
            <a:r>
              <a:rPr lang="en-US" altLang="en-US" b="1" dirty="0"/>
              <a:t>                             read </a:t>
            </a:r>
            <a:r>
              <a:rPr lang="en-US" altLang="en-US" i="1" dirty="0"/>
              <a:t>(B)</a:t>
            </a:r>
            <a:r>
              <a:rPr lang="en-US" altLang="en-US" dirty="0"/>
              <a:t>;</a:t>
            </a:r>
          </a:p>
          <a:p>
            <a:pPr>
              <a:buFont typeface="Monotype Sorts" charset="2"/>
              <a:buNone/>
            </a:pPr>
            <a:r>
              <a:rPr lang="en-US" altLang="en-US" b="1" dirty="0"/>
              <a:t>                             unlock</a:t>
            </a:r>
            <a:r>
              <a:rPr lang="en-US" altLang="en-US" i="1" dirty="0"/>
              <a:t>(B)</a:t>
            </a:r>
            <a:r>
              <a:rPr lang="en-US" altLang="en-US" dirty="0"/>
              <a:t>;</a:t>
            </a:r>
          </a:p>
          <a:p>
            <a:pPr>
              <a:buFont typeface="Monotype Sorts" charset="2"/>
              <a:buNone/>
            </a:pPr>
            <a:r>
              <a:rPr lang="en-US" altLang="en-US" b="1" dirty="0"/>
              <a:t>                             display</a:t>
            </a:r>
            <a:r>
              <a:rPr lang="en-US" altLang="en-US" i="1" dirty="0"/>
              <a:t>(A+B)</a:t>
            </a:r>
          </a:p>
          <a:p>
            <a:r>
              <a:rPr lang="en-US" altLang="en-US" dirty="0"/>
              <a:t>Locking as above is </a:t>
            </a:r>
            <a:r>
              <a:rPr lang="en-US" altLang="en-US" i="1" u="sng" dirty="0"/>
              <a:t>not sufficient </a:t>
            </a:r>
            <a:r>
              <a:rPr lang="en-US" altLang="en-US" dirty="0"/>
              <a:t>to guarantee serializability</a:t>
            </a:r>
          </a:p>
        </p:txBody>
      </p:sp>
    </p:spTree>
    <p:extLst>
      <p:ext uri="{BB962C8B-B14F-4D97-AF65-F5344CB8AC3E}">
        <p14:creationId xmlns:p14="http://schemas.microsoft.com/office/powerpoint/2010/main" val="245328133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819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195">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195">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195">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195">
                                            <p:txEl>
                                              <p:pRg st="5" end="5"/>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195">
                                            <p:txEl>
                                              <p:pRg st="6" end="6"/>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195">
                                            <p:txEl>
                                              <p:pRg st="7" end="7"/>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195">
                                            <p:txEl>
                                              <p:pRg st="8" end="8"/>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8195">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5"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D79DB60-C461-4BD8-BE62-943FF7AA1D8B}"/>
              </a:ext>
            </a:extLst>
          </p:cNvPr>
          <p:cNvSpPr>
            <a:spLocks noGrp="1"/>
          </p:cNvSpPr>
          <p:nvPr>
            <p:ph type="title"/>
          </p:nvPr>
        </p:nvSpPr>
        <p:spPr>
          <a:xfrm>
            <a:off x="816167" y="-174701"/>
            <a:ext cx="10515600" cy="1325563"/>
          </a:xfrm>
        </p:spPr>
        <p:txBody>
          <a:bodyPr/>
          <a:lstStyle/>
          <a:p>
            <a:r>
              <a:rPr lang="en-IN" dirty="0"/>
              <a:t>Schedule With Lock Grants</a:t>
            </a:r>
          </a:p>
        </p:txBody>
      </p:sp>
      <p:sp>
        <p:nvSpPr>
          <p:cNvPr id="3" name="Content Placeholder 2">
            <a:extLst>
              <a:ext uri="{FF2B5EF4-FFF2-40B4-BE49-F238E27FC236}">
                <a16:creationId xmlns:a16="http://schemas.microsoft.com/office/drawing/2014/main" xmlns="" id="{F8518C1A-C907-4055-BE08-B00EB60C0E10}"/>
              </a:ext>
            </a:extLst>
          </p:cNvPr>
          <p:cNvSpPr>
            <a:spLocks noGrp="1"/>
          </p:cNvSpPr>
          <p:nvPr>
            <p:ph idx="1"/>
          </p:nvPr>
        </p:nvSpPr>
        <p:spPr>
          <a:xfrm>
            <a:off x="914400" y="1017143"/>
            <a:ext cx="4631186" cy="5363110"/>
          </a:xfrm>
        </p:spPr>
        <p:txBody>
          <a:bodyPr>
            <a:normAutofit/>
          </a:bodyPr>
          <a:lstStyle/>
          <a:p>
            <a:r>
              <a:rPr lang="en-IN" sz="2400" dirty="0" smtClean="0"/>
              <a:t>Assume </a:t>
            </a:r>
            <a:r>
              <a:rPr lang="en-IN" sz="2400" dirty="0"/>
              <a:t>grant happens just before the next instruction following lock request</a:t>
            </a:r>
          </a:p>
          <a:p>
            <a:r>
              <a:rPr lang="en-IN" sz="2400" dirty="0"/>
              <a:t>This schedule is not serializable (why?)</a:t>
            </a:r>
          </a:p>
          <a:p>
            <a:r>
              <a:rPr lang="en-US" altLang="en-US" sz="2400" dirty="0"/>
              <a:t>A  </a:t>
            </a:r>
            <a:r>
              <a:rPr lang="en-US" altLang="en-US" sz="2400" b="1" dirty="0">
                <a:solidFill>
                  <a:srgbClr val="002060"/>
                </a:solidFill>
              </a:rPr>
              <a:t>locking protocol</a:t>
            </a:r>
            <a:r>
              <a:rPr lang="en-US" altLang="en-US" sz="2400" dirty="0">
                <a:solidFill>
                  <a:srgbClr val="002060"/>
                </a:solidFill>
              </a:rPr>
              <a:t> </a:t>
            </a:r>
            <a:r>
              <a:rPr lang="en-US" altLang="en-US" sz="2400" dirty="0"/>
              <a:t>is a set of rules followed by all transactions while requesting and releasing locks.</a:t>
            </a:r>
          </a:p>
          <a:p>
            <a:r>
              <a:rPr lang="en-US" altLang="en-US" sz="2400" dirty="0"/>
              <a:t>Locking protocols enforce serializability by restricting the set of possible schedules.</a:t>
            </a:r>
          </a:p>
        </p:txBody>
      </p:sp>
      <p:pic>
        <p:nvPicPr>
          <p:cNvPr id="10" name="Graphic 9">
            <a:extLst>
              <a:ext uri="{FF2B5EF4-FFF2-40B4-BE49-F238E27FC236}">
                <a16:creationId xmlns:a16="http://schemas.microsoft.com/office/drawing/2014/main" xmlns="" id="{6AE3D180-B317-4C09-92A6-94ACE70F5C83}"/>
              </a:ext>
            </a:extLst>
          </p:cNvPr>
          <p:cNvPicPr>
            <a:picLocks noChangeAspect="1"/>
          </p:cNvPicPr>
          <p:nvPr/>
        </p:nvPicPr>
        <p:blipFill>
          <a:blip r:embed="rId2">
            <a:extLst>
              <a:ext uri="{96DAC541-7B7A-43D3-8B79-37D633B846F1}">
                <asvg:svgBlip xmlns:asvg="http://schemas.microsoft.com/office/drawing/2016/SVG/main" xmlns="" r:embed="rId3"/>
              </a:ext>
            </a:extLst>
          </a:blip>
          <a:stretch>
            <a:fillRect/>
          </a:stretch>
        </p:blipFill>
        <p:spPr>
          <a:xfrm>
            <a:off x="5643819" y="520987"/>
            <a:ext cx="5884414" cy="6175003"/>
          </a:xfrm>
          <a:prstGeom prst="rect">
            <a:avLst/>
          </a:prstGeom>
        </p:spPr>
      </p:pic>
    </p:spTree>
    <p:extLst>
      <p:ext uri="{BB962C8B-B14F-4D97-AF65-F5344CB8AC3E}">
        <p14:creationId xmlns:p14="http://schemas.microsoft.com/office/powerpoint/2010/main" val="5777475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758301" y="50954"/>
            <a:ext cx="10515600" cy="1325563"/>
          </a:xfrm>
        </p:spPr>
        <p:txBody>
          <a:bodyPr/>
          <a:lstStyle/>
          <a:p>
            <a:pPr>
              <a:defRPr/>
            </a:pPr>
            <a:r>
              <a:rPr lang="en-US" dirty="0">
                <a:effectLst>
                  <a:outerShdw blurRad="38100" dist="38100" dir="2700000" algn="tl">
                    <a:srgbClr val="C0C0C0"/>
                  </a:outerShdw>
                </a:effectLst>
              </a:rPr>
              <a:t>Deadlock</a:t>
            </a:r>
          </a:p>
        </p:txBody>
      </p:sp>
      <p:sp>
        <p:nvSpPr>
          <p:cNvPr id="9219" name="Rectangle 3"/>
          <p:cNvSpPr>
            <a:spLocks noGrp="1" noChangeArrowheads="1"/>
          </p:cNvSpPr>
          <p:nvPr>
            <p:ph idx="1"/>
          </p:nvPr>
        </p:nvSpPr>
        <p:spPr>
          <a:xfrm>
            <a:off x="758301" y="1102497"/>
            <a:ext cx="11033365" cy="5367972"/>
          </a:xfrm>
        </p:spPr>
        <p:txBody>
          <a:bodyPr>
            <a:normAutofit fontScale="85000" lnSpcReduction="20000"/>
          </a:bodyPr>
          <a:lstStyle/>
          <a:p>
            <a:pPr>
              <a:lnSpc>
                <a:spcPct val="90000"/>
              </a:lnSpc>
            </a:pPr>
            <a:r>
              <a:rPr lang="en-US" altLang="en-US" dirty="0"/>
              <a:t>Consider the partial schedule</a:t>
            </a:r>
          </a:p>
          <a:p>
            <a:pPr>
              <a:lnSpc>
                <a:spcPct val="90000"/>
              </a:lnSpc>
            </a:pPr>
            <a:endParaRPr lang="en-US" altLang="en-US" dirty="0"/>
          </a:p>
          <a:p>
            <a:pPr>
              <a:lnSpc>
                <a:spcPct val="90000"/>
              </a:lnSpc>
            </a:pPr>
            <a:endParaRPr lang="en-US" altLang="en-US" dirty="0"/>
          </a:p>
          <a:p>
            <a:pPr>
              <a:lnSpc>
                <a:spcPct val="90000"/>
              </a:lnSpc>
            </a:pPr>
            <a:endParaRPr lang="en-US" altLang="en-US" dirty="0"/>
          </a:p>
          <a:p>
            <a:pPr>
              <a:lnSpc>
                <a:spcPct val="90000"/>
              </a:lnSpc>
              <a:buFont typeface="Monotype Sorts" charset="2"/>
              <a:buNone/>
            </a:pPr>
            <a:r>
              <a:rPr lang="en-US" altLang="en-US" dirty="0"/>
              <a:t/>
            </a:r>
            <a:br>
              <a:rPr lang="en-US" altLang="en-US" dirty="0"/>
            </a:br>
            <a:endParaRPr lang="en-US" altLang="en-US" dirty="0"/>
          </a:p>
          <a:p>
            <a:pPr marL="0" indent="0">
              <a:buNone/>
            </a:pPr>
            <a:endParaRPr lang="en-US" altLang="en-US" dirty="0"/>
          </a:p>
          <a:p>
            <a:pPr>
              <a:lnSpc>
                <a:spcPct val="90000"/>
              </a:lnSpc>
              <a:buFont typeface="Monotype Sorts" charset="2"/>
              <a:buNone/>
            </a:pPr>
            <a:endParaRPr lang="en-US" altLang="en-US" dirty="0"/>
          </a:p>
          <a:p>
            <a:pPr>
              <a:lnSpc>
                <a:spcPct val="90000"/>
              </a:lnSpc>
              <a:buFont typeface="Monotype Sorts" charset="2"/>
              <a:buNone/>
            </a:pPr>
            <a:endParaRPr lang="en-US" altLang="en-US" dirty="0"/>
          </a:p>
          <a:p>
            <a:pPr>
              <a:lnSpc>
                <a:spcPct val="90000"/>
              </a:lnSpc>
            </a:pPr>
            <a:r>
              <a:rPr lang="en-US" altLang="en-US" dirty="0"/>
              <a:t>Neither </a:t>
            </a:r>
            <a:r>
              <a:rPr lang="en-US" altLang="en-US" i="1" dirty="0"/>
              <a:t>T</a:t>
            </a:r>
            <a:r>
              <a:rPr lang="en-US" altLang="en-US" i="1" baseline="-25000" dirty="0"/>
              <a:t>3</a:t>
            </a:r>
            <a:r>
              <a:rPr lang="en-US" altLang="en-US" dirty="0"/>
              <a:t> nor </a:t>
            </a:r>
            <a:r>
              <a:rPr lang="en-US" altLang="en-US" i="1" dirty="0"/>
              <a:t>T</a:t>
            </a:r>
            <a:r>
              <a:rPr lang="en-US" altLang="en-US" i="1" baseline="-25000" dirty="0"/>
              <a:t>4</a:t>
            </a:r>
            <a:r>
              <a:rPr lang="en-US" altLang="en-US" dirty="0"/>
              <a:t> can make progress — executing  </a:t>
            </a:r>
            <a:r>
              <a:rPr lang="en-US" altLang="en-US" b="1" dirty="0"/>
              <a:t>lock-S</a:t>
            </a:r>
            <a:r>
              <a:rPr lang="en-US" altLang="en-US" i="1" dirty="0"/>
              <a:t>(B)</a:t>
            </a:r>
            <a:r>
              <a:rPr lang="en-US" altLang="en-US" dirty="0"/>
              <a:t> causes </a:t>
            </a:r>
            <a:r>
              <a:rPr lang="en-US" altLang="en-US" i="1" dirty="0"/>
              <a:t>T</a:t>
            </a:r>
            <a:r>
              <a:rPr lang="en-US" altLang="en-US" i="1" baseline="-25000" dirty="0"/>
              <a:t>4</a:t>
            </a:r>
            <a:r>
              <a:rPr lang="en-US" altLang="en-US" dirty="0"/>
              <a:t> to wait for </a:t>
            </a:r>
            <a:r>
              <a:rPr lang="en-US" altLang="en-US" i="1" dirty="0"/>
              <a:t>T</a:t>
            </a:r>
            <a:r>
              <a:rPr lang="en-US" altLang="en-US" i="1" baseline="-25000" dirty="0"/>
              <a:t>3</a:t>
            </a:r>
            <a:r>
              <a:rPr lang="en-US" altLang="en-US" dirty="0"/>
              <a:t> to release its lock on </a:t>
            </a:r>
            <a:r>
              <a:rPr lang="en-US" altLang="en-US" i="1" dirty="0"/>
              <a:t>B</a:t>
            </a:r>
            <a:r>
              <a:rPr lang="en-US" altLang="en-US" dirty="0"/>
              <a:t>, while executing  </a:t>
            </a:r>
            <a:r>
              <a:rPr lang="en-US" altLang="en-US" b="1" dirty="0"/>
              <a:t>lock-X</a:t>
            </a:r>
            <a:r>
              <a:rPr lang="en-US" altLang="en-US" i="1" dirty="0"/>
              <a:t>(A)</a:t>
            </a:r>
            <a:r>
              <a:rPr lang="en-US" altLang="en-US" dirty="0"/>
              <a:t> causes </a:t>
            </a:r>
            <a:r>
              <a:rPr lang="en-US" altLang="en-US" i="1" dirty="0"/>
              <a:t>T</a:t>
            </a:r>
            <a:r>
              <a:rPr lang="en-US" altLang="en-US" i="1" baseline="-25000" dirty="0"/>
              <a:t>3</a:t>
            </a:r>
            <a:r>
              <a:rPr lang="en-US" altLang="en-US" i="1" dirty="0"/>
              <a:t> </a:t>
            </a:r>
            <a:r>
              <a:rPr lang="en-US" altLang="en-US" dirty="0"/>
              <a:t> to wait for </a:t>
            </a:r>
            <a:r>
              <a:rPr lang="en-US" altLang="en-US" i="1" dirty="0"/>
              <a:t>T</a:t>
            </a:r>
            <a:r>
              <a:rPr lang="en-US" altLang="en-US" i="1" baseline="-25000" dirty="0"/>
              <a:t>4</a:t>
            </a:r>
            <a:r>
              <a:rPr lang="en-US" altLang="en-US" dirty="0"/>
              <a:t> to release its lock on </a:t>
            </a:r>
            <a:r>
              <a:rPr lang="en-US" altLang="en-US" i="1" dirty="0"/>
              <a:t>A</a:t>
            </a:r>
            <a:r>
              <a:rPr lang="en-US" altLang="en-US" dirty="0"/>
              <a:t>.</a:t>
            </a:r>
          </a:p>
          <a:p>
            <a:pPr>
              <a:lnSpc>
                <a:spcPct val="90000"/>
              </a:lnSpc>
            </a:pPr>
            <a:r>
              <a:rPr lang="en-US" altLang="en-US" dirty="0"/>
              <a:t>Such a situation is called a </a:t>
            </a:r>
            <a:r>
              <a:rPr lang="en-US" altLang="en-US" b="1" dirty="0">
                <a:solidFill>
                  <a:srgbClr val="002060"/>
                </a:solidFill>
              </a:rPr>
              <a:t>deadlock</a:t>
            </a:r>
            <a:r>
              <a:rPr lang="en-US" altLang="en-US" dirty="0"/>
              <a:t>. </a:t>
            </a:r>
          </a:p>
          <a:p>
            <a:pPr lvl="1">
              <a:lnSpc>
                <a:spcPct val="90000"/>
              </a:lnSpc>
            </a:pPr>
            <a:r>
              <a:rPr lang="en-US" altLang="en-US" dirty="0"/>
              <a:t>To handle a deadlock one of </a:t>
            </a:r>
            <a:r>
              <a:rPr lang="en-US" altLang="en-US" i="1" dirty="0"/>
              <a:t>T</a:t>
            </a:r>
            <a:r>
              <a:rPr lang="en-US" altLang="en-US" i="1" baseline="-25000" dirty="0"/>
              <a:t>3</a:t>
            </a:r>
            <a:r>
              <a:rPr lang="en-US" altLang="en-US" dirty="0"/>
              <a:t> or </a:t>
            </a:r>
            <a:r>
              <a:rPr lang="en-US" altLang="en-US" i="1" dirty="0"/>
              <a:t>T</a:t>
            </a:r>
            <a:r>
              <a:rPr lang="en-US" altLang="en-US" i="1" baseline="-25000" dirty="0"/>
              <a:t>4</a:t>
            </a:r>
            <a:r>
              <a:rPr lang="en-US" altLang="en-US" dirty="0"/>
              <a:t> must be rolled back </a:t>
            </a:r>
            <a:br>
              <a:rPr lang="en-US" altLang="en-US" dirty="0"/>
            </a:br>
            <a:r>
              <a:rPr lang="en-US" altLang="en-US" dirty="0"/>
              <a:t>and its locks released.</a:t>
            </a:r>
          </a:p>
        </p:txBody>
      </p:sp>
      <p:pic>
        <p:nvPicPr>
          <p:cNvPr id="5" name="Graphic 4">
            <a:extLst>
              <a:ext uri="{FF2B5EF4-FFF2-40B4-BE49-F238E27FC236}">
                <a16:creationId xmlns:a16="http://schemas.microsoft.com/office/drawing/2014/main" xmlns="" id="{D106EC28-4654-4E10-A473-7E719F7E7068}"/>
              </a:ext>
            </a:extLst>
          </p:cNvPr>
          <p:cNvPicPr>
            <a:picLocks noChangeAspect="1"/>
          </p:cNvPicPr>
          <p:nvPr/>
        </p:nvPicPr>
        <p:blipFill>
          <a:blip r:embed="rId3">
            <a:extLst>
              <a:ext uri="{96DAC541-7B7A-43D3-8B79-37D633B846F1}">
                <asvg:svgBlip xmlns:asvg="http://schemas.microsoft.com/office/drawing/2016/SVG/main" xmlns="" r:embed="rId4"/>
              </a:ext>
            </a:extLst>
          </a:blip>
          <a:stretch>
            <a:fillRect/>
          </a:stretch>
        </p:blipFill>
        <p:spPr>
          <a:xfrm>
            <a:off x="5111160" y="612241"/>
            <a:ext cx="3568816" cy="3550325"/>
          </a:xfrm>
          <a:prstGeom prst="rect">
            <a:avLst/>
          </a:prstGeom>
        </p:spPr>
      </p:pic>
    </p:spTree>
    <p:extLst>
      <p:ext uri="{BB962C8B-B14F-4D97-AF65-F5344CB8AC3E}">
        <p14:creationId xmlns:p14="http://schemas.microsoft.com/office/powerpoint/2010/main" val="203426521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pPr>
              <a:defRPr/>
            </a:pPr>
            <a:r>
              <a:rPr lang="en-US" dirty="0">
                <a:effectLst>
                  <a:outerShdw blurRad="38100" dist="38100" dir="2700000" algn="tl">
                    <a:srgbClr val="C0C0C0"/>
                  </a:outerShdw>
                </a:effectLst>
              </a:rPr>
              <a:t>Deadlock (Cont.)</a:t>
            </a:r>
          </a:p>
        </p:txBody>
      </p:sp>
      <p:sp>
        <p:nvSpPr>
          <p:cNvPr id="10243" name="Rectangle 3"/>
          <p:cNvSpPr>
            <a:spLocks noGrp="1" noChangeArrowheads="1"/>
          </p:cNvSpPr>
          <p:nvPr>
            <p:ph idx="1"/>
          </p:nvPr>
        </p:nvSpPr>
        <p:spPr>
          <a:xfrm>
            <a:off x="838199" y="1487605"/>
            <a:ext cx="10776045" cy="4982863"/>
          </a:xfrm>
        </p:spPr>
        <p:txBody>
          <a:bodyPr/>
          <a:lstStyle/>
          <a:p>
            <a:r>
              <a:rPr lang="en-US" altLang="en-US" dirty="0"/>
              <a:t>The potential for deadlock exists in most locking protocols. Deadlocks are a necessary evil.</a:t>
            </a:r>
          </a:p>
          <a:p>
            <a:r>
              <a:rPr lang="en-US" altLang="en-US" b="1" dirty="0">
                <a:solidFill>
                  <a:srgbClr val="002060"/>
                </a:solidFill>
              </a:rPr>
              <a:t>Starvation</a:t>
            </a:r>
            <a:r>
              <a:rPr lang="en-US" altLang="en-US" dirty="0"/>
              <a:t> is also possible if concurrency control manager is badly designed. </a:t>
            </a:r>
            <a:endParaRPr lang="en-US" altLang="en-US" dirty="0" smtClean="0"/>
          </a:p>
          <a:p>
            <a:r>
              <a:rPr lang="en-US" altLang="en-US" dirty="0" smtClean="0"/>
              <a:t>For </a:t>
            </a:r>
            <a:r>
              <a:rPr lang="en-US" altLang="en-US" dirty="0"/>
              <a:t>example:</a:t>
            </a:r>
          </a:p>
          <a:p>
            <a:pPr lvl="1"/>
            <a:r>
              <a:rPr lang="en-US" altLang="en-US" dirty="0"/>
              <a:t>A transaction may be waiting for an X-lock on an item, while a sequence of other transactions request and are granted an S-lock on the same item.  </a:t>
            </a:r>
          </a:p>
          <a:p>
            <a:pPr lvl="1"/>
            <a:r>
              <a:rPr lang="en-US" altLang="en-US" dirty="0"/>
              <a:t>The same transaction is repeatedly rolled back due to deadlocks.</a:t>
            </a:r>
          </a:p>
          <a:p>
            <a:r>
              <a:rPr lang="en-US" altLang="en-US" dirty="0"/>
              <a:t>Concurrency control manager can be designed to prevent starvation.</a:t>
            </a:r>
          </a:p>
        </p:txBody>
      </p:sp>
    </p:spTree>
    <p:extLst>
      <p:ext uri="{BB962C8B-B14F-4D97-AF65-F5344CB8AC3E}">
        <p14:creationId xmlns:p14="http://schemas.microsoft.com/office/powerpoint/2010/main" val="382140856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797257" y="128016"/>
            <a:ext cx="10515600" cy="889767"/>
          </a:xfrm>
        </p:spPr>
        <p:txBody>
          <a:bodyPr/>
          <a:lstStyle/>
          <a:p>
            <a:pPr>
              <a:defRPr/>
            </a:pPr>
            <a:r>
              <a:rPr lang="en-US" dirty="0">
                <a:effectLst>
                  <a:outerShdw blurRad="38100" dist="38100" dir="2700000" algn="tl">
                    <a:srgbClr val="C0C0C0"/>
                  </a:outerShdw>
                </a:effectLst>
              </a:rPr>
              <a:t>The Two-Phase Locking Protocol</a:t>
            </a:r>
          </a:p>
        </p:txBody>
      </p:sp>
      <p:sp>
        <p:nvSpPr>
          <p:cNvPr id="11267" name="Rectangle 3"/>
          <p:cNvSpPr>
            <a:spLocks noGrp="1" noChangeArrowheads="1"/>
          </p:cNvSpPr>
          <p:nvPr>
            <p:ph idx="1"/>
          </p:nvPr>
        </p:nvSpPr>
        <p:spPr>
          <a:xfrm>
            <a:off x="1214651" y="1102497"/>
            <a:ext cx="5785458" cy="5367972"/>
          </a:xfrm>
        </p:spPr>
        <p:txBody>
          <a:bodyPr>
            <a:normAutofit fontScale="92500" lnSpcReduction="10000"/>
          </a:bodyPr>
          <a:lstStyle/>
          <a:p>
            <a:r>
              <a:rPr lang="en-US" altLang="en-US" dirty="0"/>
              <a:t>A protocol which ensures conflict-serializable schedules.</a:t>
            </a:r>
          </a:p>
          <a:p>
            <a:r>
              <a:rPr lang="en-US" altLang="en-US" dirty="0"/>
              <a:t>Phase 1: </a:t>
            </a:r>
            <a:r>
              <a:rPr lang="en-US" altLang="en-US" b="1" dirty="0">
                <a:solidFill>
                  <a:srgbClr val="002060"/>
                </a:solidFill>
              </a:rPr>
              <a:t>Growing Phase</a:t>
            </a:r>
          </a:p>
          <a:p>
            <a:pPr lvl="1"/>
            <a:r>
              <a:rPr lang="en-US" altLang="en-US" dirty="0"/>
              <a:t>Transaction may obtain locks </a:t>
            </a:r>
          </a:p>
          <a:p>
            <a:pPr lvl="1"/>
            <a:r>
              <a:rPr lang="en-US" altLang="en-US" dirty="0"/>
              <a:t>Transaction may not release locks</a:t>
            </a:r>
          </a:p>
          <a:p>
            <a:r>
              <a:rPr lang="en-US" altLang="en-US" dirty="0"/>
              <a:t>Phase 2: </a:t>
            </a:r>
            <a:r>
              <a:rPr lang="en-US" altLang="en-US" b="1" dirty="0">
                <a:solidFill>
                  <a:srgbClr val="002060"/>
                </a:solidFill>
              </a:rPr>
              <a:t>Shrinking Phase</a:t>
            </a:r>
          </a:p>
          <a:p>
            <a:pPr lvl="1"/>
            <a:r>
              <a:rPr lang="en-US" altLang="en-US" dirty="0"/>
              <a:t>Transaction may release locks</a:t>
            </a:r>
          </a:p>
          <a:p>
            <a:pPr lvl="1"/>
            <a:r>
              <a:rPr lang="en-US" altLang="en-US" dirty="0"/>
              <a:t>Transaction may not obtain locks</a:t>
            </a:r>
          </a:p>
          <a:p>
            <a:pPr>
              <a:lnSpc>
                <a:spcPct val="120000"/>
              </a:lnSpc>
            </a:pPr>
            <a:r>
              <a:rPr lang="en-US" altLang="en-US" dirty="0"/>
              <a:t>The protocol assures serializability. It can be proved that the transactions can be serialized in the order of their </a:t>
            </a:r>
            <a:r>
              <a:rPr lang="en-US" altLang="en-US" b="1" dirty="0">
                <a:solidFill>
                  <a:srgbClr val="002060"/>
                </a:solidFill>
              </a:rPr>
              <a:t>lock points</a:t>
            </a:r>
            <a:r>
              <a:rPr lang="en-US" altLang="en-US" i="1" dirty="0">
                <a:solidFill>
                  <a:srgbClr val="002060"/>
                </a:solidFill>
              </a:rPr>
              <a:t> </a:t>
            </a:r>
            <a:r>
              <a:rPr lang="en-US" altLang="en-US" dirty="0">
                <a:solidFill>
                  <a:srgbClr val="002060"/>
                </a:solidFill>
              </a:rPr>
              <a:t> </a:t>
            </a:r>
            <a:r>
              <a:rPr lang="en-US" altLang="en-US" dirty="0"/>
              <a:t>(i.e., the point where a transaction acquired its final lock). </a:t>
            </a:r>
          </a:p>
        </p:txBody>
      </p:sp>
      <p:grpSp>
        <p:nvGrpSpPr>
          <p:cNvPr id="22" name="Group 21">
            <a:extLst>
              <a:ext uri="{FF2B5EF4-FFF2-40B4-BE49-F238E27FC236}">
                <a16:creationId xmlns:a16="http://schemas.microsoft.com/office/drawing/2014/main" xmlns="" id="{C26EAA91-4667-40F7-8DA5-75028B5E0C2D}"/>
              </a:ext>
            </a:extLst>
          </p:cNvPr>
          <p:cNvGrpSpPr/>
          <p:nvPr/>
        </p:nvGrpSpPr>
        <p:grpSpPr>
          <a:xfrm>
            <a:off x="7556626" y="1692322"/>
            <a:ext cx="3756231" cy="2410533"/>
            <a:chOff x="5712939" y="1541124"/>
            <a:chExt cx="3276949" cy="1792549"/>
          </a:xfrm>
        </p:grpSpPr>
        <p:cxnSp>
          <p:nvCxnSpPr>
            <p:cNvPr id="3" name="Straight Connector 2">
              <a:extLst>
                <a:ext uri="{FF2B5EF4-FFF2-40B4-BE49-F238E27FC236}">
                  <a16:creationId xmlns:a16="http://schemas.microsoft.com/office/drawing/2014/main" xmlns="" id="{0FB54162-306B-4489-8B81-698E913A8D5B}"/>
                </a:ext>
              </a:extLst>
            </p:cNvPr>
            <p:cNvCxnSpPr>
              <a:cxnSpLocks/>
            </p:cNvCxnSpPr>
            <p:nvPr/>
          </p:nvCxnSpPr>
          <p:spPr bwMode="auto">
            <a:xfrm flipV="1">
              <a:off x="6298054" y="1931542"/>
              <a:ext cx="637498" cy="893851"/>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5" name="Straight Connector 4">
              <a:extLst>
                <a:ext uri="{FF2B5EF4-FFF2-40B4-BE49-F238E27FC236}">
                  <a16:creationId xmlns:a16="http://schemas.microsoft.com/office/drawing/2014/main" xmlns="" id="{1E3CB620-AC29-4FAC-95E2-262B87721642}"/>
                </a:ext>
              </a:extLst>
            </p:cNvPr>
            <p:cNvCxnSpPr>
              <a:cxnSpLocks/>
            </p:cNvCxnSpPr>
            <p:nvPr/>
          </p:nvCxnSpPr>
          <p:spPr bwMode="auto">
            <a:xfrm>
              <a:off x="6935552" y="1931542"/>
              <a:ext cx="656799"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7" name="Straight Connector 6">
              <a:extLst>
                <a:ext uri="{FF2B5EF4-FFF2-40B4-BE49-F238E27FC236}">
                  <a16:creationId xmlns:a16="http://schemas.microsoft.com/office/drawing/2014/main" xmlns="" id="{95C9845F-53B5-42CF-9DED-577E128BCBD8}"/>
                </a:ext>
              </a:extLst>
            </p:cNvPr>
            <p:cNvCxnSpPr>
              <a:cxnSpLocks/>
            </p:cNvCxnSpPr>
            <p:nvPr/>
          </p:nvCxnSpPr>
          <p:spPr bwMode="auto">
            <a:xfrm>
              <a:off x="7592351" y="1931541"/>
              <a:ext cx="1017142" cy="893851"/>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9" name="Straight Connector 8">
              <a:extLst>
                <a:ext uri="{FF2B5EF4-FFF2-40B4-BE49-F238E27FC236}">
                  <a16:creationId xmlns:a16="http://schemas.microsoft.com/office/drawing/2014/main" xmlns="" id="{EED83627-5621-4B13-9C3D-3A3022EAABA8}"/>
                </a:ext>
              </a:extLst>
            </p:cNvPr>
            <p:cNvCxnSpPr/>
            <p:nvPr/>
          </p:nvCxnSpPr>
          <p:spPr bwMode="auto">
            <a:xfrm>
              <a:off x="6174763" y="1541124"/>
              <a:ext cx="0" cy="1284269"/>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1" name="Straight Connector 10">
              <a:extLst>
                <a:ext uri="{FF2B5EF4-FFF2-40B4-BE49-F238E27FC236}">
                  <a16:creationId xmlns:a16="http://schemas.microsoft.com/office/drawing/2014/main" xmlns="" id="{177ADCCD-4ADA-470C-8D85-8D1F7DB228BB}"/>
                </a:ext>
              </a:extLst>
            </p:cNvPr>
            <p:cNvCxnSpPr>
              <a:cxnSpLocks/>
            </p:cNvCxnSpPr>
            <p:nvPr/>
          </p:nvCxnSpPr>
          <p:spPr bwMode="auto">
            <a:xfrm>
              <a:off x="6185037" y="2825393"/>
              <a:ext cx="2804851"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13" name="TextBox 12">
              <a:extLst>
                <a:ext uri="{FF2B5EF4-FFF2-40B4-BE49-F238E27FC236}">
                  <a16:creationId xmlns:a16="http://schemas.microsoft.com/office/drawing/2014/main" xmlns="" id="{D3A1DDE4-522C-445C-B280-368903635744}"/>
                </a:ext>
              </a:extLst>
            </p:cNvPr>
            <p:cNvSpPr txBox="1"/>
            <p:nvPr/>
          </p:nvSpPr>
          <p:spPr>
            <a:xfrm>
              <a:off x="6935552" y="2964341"/>
              <a:ext cx="801385" cy="369332"/>
            </a:xfrm>
            <a:prstGeom prst="rect">
              <a:avLst/>
            </a:prstGeom>
            <a:noFill/>
          </p:spPr>
          <p:txBody>
            <a:bodyPr wrap="square" rtlCol="0">
              <a:spAutoFit/>
            </a:bodyPr>
            <a:lstStyle/>
            <a:p>
              <a:r>
                <a:rPr lang="en-IN" dirty="0"/>
                <a:t>Time</a:t>
              </a:r>
            </a:p>
          </p:txBody>
        </p:sp>
        <p:sp>
          <p:nvSpPr>
            <p:cNvPr id="19" name="TextBox 18">
              <a:extLst>
                <a:ext uri="{FF2B5EF4-FFF2-40B4-BE49-F238E27FC236}">
                  <a16:creationId xmlns:a16="http://schemas.microsoft.com/office/drawing/2014/main" xmlns="" id="{63CE1A40-51CB-4ABA-9E17-4CFF2435A163}"/>
                </a:ext>
              </a:extLst>
            </p:cNvPr>
            <p:cNvSpPr txBox="1"/>
            <p:nvPr/>
          </p:nvSpPr>
          <p:spPr>
            <a:xfrm rot="16200000">
              <a:off x="5496912" y="1885499"/>
              <a:ext cx="801385" cy="369332"/>
            </a:xfrm>
            <a:prstGeom prst="rect">
              <a:avLst/>
            </a:prstGeom>
            <a:noFill/>
          </p:spPr>
          <p:txBody>
            <a:bodyPr wrap="square" rtlCol="0">
              <a:spAutoFit/>
            </a:bodyPr>
            <a:lstStyle/>
            <a:p>
              <a:r>
                <a:rPr lang="en-IN" dirty="0"/>
                <a:t>Locks</a:t>
              </a:r>
            </a:p>
          </p:txBody>
        </p:sp>
        <p:cxnSp>
          <p:nvCxnSpPr>
            <p:cNvPr id="18" name="Straight Arrow Connector 17">
              <a:extLst>
                <a:ext uri="{FF2B5EF4-FFF2-40B4-BE49-F238E27FC236}">
                  <a16:creationId xmlns:a16="http://schemas.microsoft.com/office/drawing/2014/main" xmlns="" id="{8E4B3A32-79FE-4DB8-A614-AF9F0FFCEB08}"/>
                </a:ext>
              </a:extLst>
            </p:cNvPr>
            <p:cNvCxnSpPr>
              <a:cxnSpLocks/>
            </p:cNvCxnSpPr>
            <p:nvPr/>
          </p:nvCxnSpPr>
          <p:spPr bwMode="auto">
            <a:xfrm>
              <a:off x="6832309" y="2964343"/>
              <a:ext cx="863283"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21" name="Straight Arrow Connector 20">
              <a:extLst>
                <a:ext uri="{FF2B5EF4-FFF2-40B4-BE49-F238E27FC236}">
                  <a16:creationId xmlns:a16="http://schemas.microsoft.com/office/drawing/2014/main" xmlns="" id="{2CED7774-56BB-4BC7-AD39-7011E54C9342}"/>
                </a:ext>
              </a:extLst>
            </p:cNvPr>
            <p:cNvCxnSpPr/>
            <p:nvPr/>
          </p:nvCxnSpPr>
          <p:spPr bwMode="auto">
            <a:xfrm flipV="1">
              <a:off x="6066882" y="1715668"/>
              <a:ext cx="0" cy="70899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grpSp>
      <p:cxnSp>
        <p:nvCxnSpPr>
          <p:cNvPr id="24" name="Straight Arrow Connector 23">
            <a:extLst>
              <a:ext uri="{FF2B5EF4-FFF2-40B4-BE49-F238E27FC236}">
                <a16:creationId xmlns:a16="http://schemas.microsoft.com/office/drawing/2014/main" xmlns="" id="{15CEAF51-B2DF-4A38-8239-209AFA7E8E75}"/>
              </a:ext>
            </a:extLst>
          </p:cNvPr>
          <p:cNvCxnSpPr>
            <a:cxnSpLocks/>
          </p:cNvCxnSpPr>
          <p:nvPr/>
        </p:nvCxnSpPr>
        <p:spPr bwMode="auto">
          <a:xfrm>
            <a:off x="5654503" y="2229746"/>
            <a:ext cx="3175598" cy="308738"/>
          </a:xfrm>
          <a:prstGeom prst="straightConnector1">
            <a:avLst/>
          </a:prstGeom>
          <a:ln w="9525" cap="flat" cmpd="sng" algn="ctr">
            <a:solidFill>
              <a:srgbClr val="7030A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7" name="Straight Arrow Connector 26">
            <a:extLst>
              <a:ext uri="{FF2B5EF4-FFF2-40B4-BE49-F238E27FC236}">
                <a16:creationId xmlns:a16="http://schemas.microsoft.com/office/drawing/2014/main" xmlns="" id="{3A9857D5-A3B4-4348-AD13-80AB0BFB7FD3}"/>
              </a:ext>
            </a:extLst>
          </p:cNvPr>
          <p:cNvCxnSpPr>
            <a:cxnSpLocks/>
          </p:cNvCxnSpPr>
          <p:nvPr/>
        </p:nvCxnSpPr>
        <p:spPr bwMode="auto">
          <a:xfrm flipV="1">
            <a:off x="5858689" y="2661313"/>
            <a:ext cx="4267950" cy="663444"/>
          </a:xfrm>
          <a:prstGeom prst="straightConnector1">
            <a:avLst/>
          </a:prstGeom>
          <a:ln w="9525" cap="flat" cmpd="sng" algn="ctr">
            <a:solidFill>
              <a:srgbClr val="7030A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0" name="Straight Arrow Connector 19">
            <a:extLst>
              <a:ext uri="{FF2B5EF4-FFF2-40B4-BE49-F238E27FC236}">
                <a16:creationId xmlns:a16="http://schemas.microsoft.com/office/drawing/2014/main" xmlns="" id="{E1F32B76-916B-43B1-BB7A-6C852A73927C}"/>
              </a:ext>
            </a:extLst>
          </p:cNvPr>
          <p:cNvCxnSpPr>
            <a:cxnSpLocks/>
          </p:cNvCxnSpPr>
          <p:nvPr/>
        </p:nvCxnSpPr>
        <p:spPr bwMode="auto">
          <a:xfrm flipV="1">
            <a:off x="6673755" y="3193846"/>
            <a:ext cx="2524590" cy="2046894"/>
          </a:xfrm>
          <a:prstGeom prst="straightConnector1">
            <a:avLst/>
          </a:prstGeom>
          <a:ln w="9525" cap="flat" cmpd="sng" algn="ctr">
            <a:solidFill>
              <a:srgbClr val="7030A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14518558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pPr>
              <a:defRPr/>
            </a:pPr>
            <a:r>
              <a:rPr lang="en-US" dirty="0">
                <a:effectLst>
                  <a:outerShdw blurRad="38100" dist="38100" dir="2700000" algn="tl">
                    <a:srgbClr val="C0C0C0"/>
                  </a:outerShdw>
                </a:effectLst>
              </a:rPr>
              <a:t>The Two-Phase Locking Protocol (Cont.)</a:t>
            </a:r>
          </a:p>
        </p:txBody>
      </p:sp>
      <p:sp>
        <p:nvSpPr>
          <p:cNvPr id="12291" name="Rectangle 3"/>
          <p:cNvSpPr>
            <a:spLocks noGrp="1" noChangeArrowheads="1"/>
          </p:cNvSpPr>
          <p:nvPr>
            <p:ph idx="1"/>
          </p:nvPr>
        </p:nvSpPr>
        <p:spPr>
          <a:xfrm>
            <a:off x="968991" y="1487605"/>
            <a:ext cx="10713493" cy="5131559"/>
          </a:xfrm>
        </p:spPr>
        <p:txBody>
          <a:bodyPr>
            <a:normAutofit/>
          </a:bodyPr>
          <a:lstStyle/>
          <a:p>
            <a:r>
              <a:rPr lang="en-US" altLang="en-US" dirty="0"/>
              <a:t>Two-phase locking </a:t>
            </a:r>
            <a:r>
              <a:rPr lang="en-US" altLang="en-US" i="1" dirty="0"/>
              <a:t>does not</a:t>
            </a:r>
            <a:r>
              <a:rPr lang="en-US" altLang="en-US" dirty="0"/>
              <a:t> ensure freedom from deadlocks</a:t>
            </a:r>
          </a:p>
          <a:p>
            <a:pPr>
              <a:lnSpc>
                <a:spcPct val="110000"/>
              </a:lnSpc>
            </a:pPr>
            <a:r>
              <a:rPr lang="en-US" altLang="en-US" dirty="0"/>
              <a:t>Extensions to basic two-phase locking needed to ensure recoverability of freedom from cascading roll-back</a:t>
            </a:r>
          </a:p>
          <a:p>
            <a:pPr lvl="1">
              <a:lnSpc>
                <a:spcPct val="110000"/>
              </a:lnSpc>
            </a:pPr>
            <a:r>
              <a:rPr lang="en-US" altLang="en-US" b="1" dirty="0">
                <a:solidFill>
                  <a:srgbClr val="002060"/>
                </a:solidFill>
              </a:rPr>
              <a:t>Strict two-phase locking: </a:t>
            </a:r>
            <a:r>
              <a:rPr lang="en-US" altLang="en-US" dirty="0"/>
              <a:t>a transaction must hold all its exclusive locks till it commits/aborts.</a:t>
            </a:r>
          </a:p>
          <a:p>
            <a:pPr lvl="2">
              <a:lnSpc>
                <a:spcPct val="110000"/>
              </a:lnSpc>
            </a:pPr>
            <a:r>
              <a:rPr lang="en-US" altLang="en-US" dirty="0"/>
              <a:t>Ensures recoverability and avoids cascading roll-backs</a:t>
            </a:r>
          </a:p>
          <a:p>
            <a:pPr lvl="1">
              <a:lnSpc>
                <a:spcPct val="110000"/>
              </a:lnSpc>
            </a:pPr>
            <a:r>
              <a:rPr lang="en-US" altLang="en-US" b="1" dirty="0">
                <a:solidFill>
                  <a:srgbClr val="002060"/>
                </a:solidFill>
              </a:rPr>
              <a:t>Rigorous two-phase locking</a:t>
            </a:r>
            <a:r>
              <a:rPr lang="en-US" altLang="en-US" dirty="0"/>
              <a:t>: a transaction must hold </a:t>
            </a:r>
            <a:r>
              <a:rPr lang="en-US" altLang="en-US" i="1" dirty="0"/>
              <a:t>all </a:t>
            </a:r>
            <a:r>
              <a:rPr lang="en-US" altLang="en-US" dirty="0"/>
              <a:t>locks till commit/abort. </a:t>
            </a:r>
          </a:p>
          <a:p>
            <a:pPr lvl="2">
              <a:lnSpc>
                <a:spcPct val="110000"/>
              </a:lnSpc>
            </a:pPr>
            <a:r>
              <a:rPr lang="en-US" altLang="en-US" dirty="0"/>
              <a:t>Transactions can be serialized in the order in which they commit.</a:t>
            </a:r>
          </a:p>
          <a:p>
            <a:pPr>
              <a:lnSpc>
                <a:spcPct val="110000"/>
              </a:lnSpc>
            </a:pPr>
            <a:r>
              <a:rPr lang="en-US" altLang="en-US" dirty="0"/>
              <a:t>Most databases implement rigorous two-phase locking, </a:t>
            </a:r>
            <a:r>
              <a:rPr lang="en-US" altLang="en-US" i="1" dirty="0"/>
              <a:t>but refer to it as simply two-phase locking</a:t>
            </a:r>
          </a:p>
        </p:txBody>
      </p:sp>
    </p:spTree>
    <p:extLst>
      <p:ext uri="{BB962C8B-B14F-4D97-AF65-F5344CB8AC3E}">
        <p14:creationId xmlns:p14="http://schemas.microsoft.com/office/powerpoint/2010/main" val="349303312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633484" y="0"/>
            <a:ext cx="11226420" cy="859809"/>
          </a:xfrm>
        </p:spPr>
        <p:txBody>
          <a:bodyPr/>
          <a:lstStyle/>
          <a:p>
            <a:pPr>
              <a:defRPr/>
            </a:pPr>
            <a:r>
              <a:rPr lang="en-US" dirty="0">
                <a:effectLst>
                  <a:outerShdw blurRad="38100" dist="38100" dir="2700000" algn="tl">
                    <a:srgbClr val="C0C0C0"/>
                  </a:outerShdw>
                </a:effectLst>
              </a:rPr>
              <a:t>The Two-Phase Locking Protocol (Cont.)</a:t>
            </a:r>
          </a:p>
        </p:txBody>
      </p:sp>
      <p:sp>
        <p:nvSpPr>
          <p:cNvPr id="13315" name="Rectangle 3"/>
          <p:cNvSpPr>
            <a:spLocks noGrp="1" noChangeArrowheads="1"/>
          </p:cNvSpPr>
          <p:nvPr>
            <p:ph idx="1"/>
          </p:nvPr>
        </p:nvSpPr>
        <p:spPr>
          <a:xfrm>
            <a:off x="633484" y="1132764"/>
            <a:ext cx="7486934" cy="5487691"/>
          </a:xfrm>
        </p:spPr>
        <p:txBody>
          <a:bodyPr>
            <a:normAutofit/>
          </a:bodyPr>
          <a:lstStyle/>
          <a:p>
            <a:pPr algn="just"/>
            <a:r>
              <a:rPr lang="en-US" altLang="en-US" dirty="0"/>
              <a:t>Two-phase locking is not a necessary condition for serializability</a:t>
            </a:r>
          </a:p>
          <a:p>
            <a:pPr lvl="1" algn="just"/>
            <a:r>
              <a:rPr lang="en-US" altLang="en-US" dirty="0"/>
              <a:t>There are conflict serializable schedules that cannot be obtained if the two-phase locking protocol is used.  </a:t>
            </a:r>
          </a:p>
          <a:p>
            <a:pPr algn="just"/>
            <a:r>
              <a:rPr lang="en-US" altLang="en-US" dirty="0"/>
              <a:t>In the absence of extra information (e.g., ordering of  access to data), two-phase locking is necessary for conflict serializability </a:t>
            </a:r>
            <a:r>
              <a:rPr lang="en-US" altLang="en-US" i="1" dirty="0"/>
              <a:t>in the following sense</a:t>
            </a:r>
            <a:r>
              <a:rPr lang="en-US" altLang="en-US" dirty="0"/>
              <a:t>:</a:t>
            </a:r>
          </a:p>
          <a:p>
            <a:pPr lvl="1" algn="just"/>
            <a:r>
              <a:rPr lang="en-US" altLang="en-US" i="1" dirty="0"/>
              <a:t>Given a transaction </a:t>
            </a:r>
            <a:r>
              <a:rPr lang="en-US" altLang="en-US" i="1" dirty="0" err="1"/>
              <a:t>T</a:t>
            </a:r>
            <a:r>
              <a:rPr lang="en-US" altLang="en-US" i="1" baseline="-25000" dirty="0" err="1"/>
              <a:t>i</a:t>
            </a:r>
            <a:r>
              <a:rPr lang="en-US" altLang="en-US" i="1" dirty="0"/>
              <a:t> that does not follow two-phase locking, we can find a transaction </a:t>
            </a:r>
            <a:r>
              <a:rPr lang="en-US" altLang="en-US" i="1" dirty="0" err="1"/>
              <a:t>T</a:t>
            </a:r>
            <a:r>
              <a:rPr lang="en-US" altLang="en-US" i="1" baseline="-25000" dirty="0" err="1"/>
              <a:t>j</a:t>
            </a:r>
            <a:r>
              <a:rPr lang="en-US" altLang="en-US" i="1" dirty="0"/>
              <a:t> that uses two-phase locking, and a schedule for </a:t>
            </a:r>
            <a:r>
              <a:rPr lang="en-US" altLang="en-US" i="1" dirty="0" err="1"/>
              <a:t>T</a:t>
            </a:r>
            <a:r>
              <a:rPr lang="en-US" altLang="en-US" i="1" baseline="-25000" dirty="0" err="1"/>
              <a:t>i</a:t>
            </a:r>
            <a:r>
              <a:rPr lang="en-US" altLang="en-US" i="1" dirty="0"/>
              <a:t> and </a:t>
            </a:r>
            <a:r>
              <a:rPr lang="en-US" altLang="en-US" i="1" dirty="0" err="1"/>
              <a:t>T</a:t>
            </a:r>
            <a:r>
              <a:rPr lang="en-US" altLang="en-US" i="1" baseline="-25000" dirty="0" err="1"/>
              <a:t>j</a:t>
            </a:r>
            <a:r>
              <a:rPr lang="en-US" altLang="en-US" i="1" dirty="0"/>
              <a:t> that is not conflict serializable.</a:t>
            </a:r>
          </a:p>
          <a:p>
            <a:pPr lvl="1" algn="just"/>
            <a:endParaRPr lang="en-US" altLang="en-US" dirty="0"/>
          </a:p>
        </p:txBody>
      </p:sp>
      <p:pic>
        <p:nvPicPr>
          <p:cNvPr id="4" name="Graphic 3">
            <a:extLst>
              <a:ext uri="{FF2B5EF4-FFF2-40B4-BE49-F238E27FC236}">
                <a16:creationId xmlns:a16="http://schemas.microsoft.com/office/drawing/2014/main" xmlns="" id="{FB425639-A7C9-4745-9067-3FEACF8F6A38}"/>
              </a:ext>
            </a:extLst>
          </p:cNvPr>
          <p:cNvPicPr>
            <a:picLocks noChangeAspect="1"/>
          </p:cNvPicPr>
          <p:nvPr/>
        </p:nvPicPr>
        <p:blipFill rotWithShape="1">
          <a:blip r:embed="rId3">
            <a:extLst>
              <a:ext uri="{96DAC541-7B7A-43D3-8B79-37D633B846F1}">
                <asvg:svgBlip xmlns:asvg="http://schemas.microsoft.com/office/drawing/2016/SVG/main" xmlns="" r:embed="rId4"/>
              </a:ext>
            </a:extLst>
          </a:blip>
          <a:srcRect l="6" r="51213"/>
          <a:stretch/>
        </p:blipFill>
        <p:spPr>
          <a:xfrm>
            <a:off x="8120418" y="602411"/>
            <a:ext cx="3739486" cy="6018044"/>
          </a:xfrm>
          <a:prstGeom prst="rect">
            <a:avLst/>
          </a:prstGeom>
        </p:spPr>
      </p:pic>
    </p:spTree>
    <p:extLst>
      <p:ext uri="{BB962C8B-B14F-4D97-AF65-F5344CB8AC3E}">
        <p14:creationId xmlns:p14="http://schemas.microsoft.com/office/powerpoint/2010/main" val="343673368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pPr>
              <a:defRPr/>
            </a:pPr>
            <a:r>
              <a:rPr lang="en-US" dirty="0">
                <a:effectLst>
                  <a:outerShdw blurRad="38100" dist="38100" dir="2700000" algn="tl">
                    <a:srgbClr val="C0C0C0"/>
                  </a:outerShdw>
                </a:effectLst>
              </a:rPr>
              <a:t>Locking Protocols</a:t>
            </a:r>
          </a:p>
        </p:txBody>
      </p:sp>
      <p:sp>
        <p:nvSpPr>
          <p:cNvPr id="13315" name="Rectangle 3"/>
          <p:cNvSpPr>
            <a:spLocks noGrp="1" noChangeArrowheads="1"/>
          </p:cNvSpPr>
          <p:nvPr>
            <p:ph idx="1"/>
          </p:nvPr>
        </p:nvSpPr>
        <p:spPr>
          <a:xfrm>
            <a:off x="838200" y="1690688"/>
            <a:ext cx="10515600" cy="2321754"/>
          </a:xfrm>
        </p:spPr>
        <p:txBody>
          <a:bodyPr/>
          <a:lstStyle/>
          <a:p>
            <a:r>
              <a:rPr lang="en-US" altLang="en-US" dirty="0"/>
              <a:t>Given a locking protocol (such as 2PL)</a:t>
            </a:r>
          </a:p>
          <a:p>
            <a:pPr lvl="1"/>
            <a:r>
              <a:rPr lang="en-US" altLang="en-US" dirty="0"/>
              <a:t>A schedule S is </a:t>
            </a:r>
            <a:r>
              <a:rPr lang="en-US" altLang="en-US" b="1" dirty="0">
                <a:solidFill>
                  <a:srgbClr val="002060"/>
                </a:solidFill>
              </a:rPr>
              <a:t>legal</a:t>
            </a:r>
            <a:r>
              <a:rPr lang="en-US" altLang="en-US" dirty="0"/>
              <a:t> under a locking protocol if it can be generated by a set of transactions that follow the protocol </a:t>
            </a:r>
          </a:p>
          <a:p>
            <a:pPr lvl="1"/>
            <a:r>
              <a:rPr lang="en-US" altLang="en-US" dirty="0"/>
              <a:t>A protocol </a:t>
            </a:r>
            <a:r>
              <a:rPr lang="en-US" altLang="en-US" b="1" dirty="0">
                <a:solidFill>
                  <a:srgbClr val="002060"/>
                </a:solidFill>
              </a:rPr>
              <a:t>ensures</a:t>
            </a:r>
            <a:r>
              <a:rPr lang="en-US" altLang="en-US" dirty="0"/>
              <a:t> serializability if all legal schedules under that protocol are serializable</a:t>
            </a:r>
          </a:p>
          <a:p>
            <a:pPr lvl="1"/>
            <a:endParaRPr lang="en-US" altLang="en-US" dirty="0"/>
          </a:p>
        </p:txBody>
      </p:sp>
    </p:spTree>
    <p:extLst>
      <p:ext uri="{BB962C8B-B14F-4D97-AF65-F5344CB8AC3E}">
        <p14:creationId xmlns:p14="http://schemas.microsoft.com/office/powerpoint/2010/main" val="184348960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Lock Conversions</a:t>
            </a:r>
          </a:p>
        </p:txBody>
      </p:sp>
      <p:sp>
        <p:nvSpPr>
          <p:cNvPr id="14339" name="Rectangle 4"/>
          <p:cNvSpPr>
            <a:spLocks noGrp="1" noChangeArrowheads="1"/>
          </p:cNvSpPr>
          <p:nvPr>
            <p:ph idx="1"/>
          </p:nvPr>
        </p:nvSpPr>
        <p:spPr>
          <a:xfrm>
            <a:off x="838200" y="1490028"/>
            <a:ext cx="9998122" cy="4706056"/>
          </a:xfrm>
          <a:noFill/>
        </p:spPr>
        <p:txBody>
          <a:bodyPr/>
          <a:lstStyle/>
          <a:p>
            <a:r>
              <a:rPr lang="en-US" altLang="en-US" dirty="0"/>
              <a:t>Two-phase locking protocol with lock conversions:</a:t>
            </a:r>
          </a:p>
          <a:p>
            <a:pPr>
              <a:buFont typeface="Monotype Sorts" charset="2"/>
              <a:buNone/>
            </a:pPr>
            <a:r>
              <a:rPr lang="en-US" altLang="en-US" dirty="0"/>
              <a:t>     –   Growing Phase:        </a:t>
            </a:r>
          </a:p>
          <a:p>
            <a:pPr lvl="1"/>
            <a:r>
              <a:rPr lang="en-US" altLang="en-US" dirty="0"/>
              <a:t>can acquire a lock-S on item</a:t>
            </a:r>
          </a:p>
          <a:p>
            <a:pPr lvl="1"/>
            <a:r>
              <a:rPr lang="en-US" altLang="en-US" dirty="0"/>
              <a:t>can acquire a lock-X on item</a:t>
            </a:r>
          </a:p>
          <a:p>
            <a:pPr lvl="1"/>
            <a:r>
              <a:rPr lang="en-US" altLang="en-US" dirty="0"/>
              <a:t>can </a:t>
            </a:r>
            <a:r>
              <a:rPr lang="en-US" altLang="en-US" b="1" dirty="0">
                <a:solidFill>
                  <a:srgbClr val="002060"/>
                </a:solidFill>
              </a:rPr>
              <a:t>convert</a:t>
            </a:r>
            <a:r>
              <a:rPr lang="en-US" altLang="en-US" dirty="0"/>
              <a:t> a lock-S to a lock-X (</a:t>
            </a:r>
            <a:r>
              <a:rPr lang="en-US" altLang="en-US" b="1" dirty="0">
                <a:solidFill>
                  <a:srgbClr val="002060"/>
                </a:solidFill>
              </a:rPr>
              <a:t>upgrade</a:t>
            </a:r>
            <a:r>
              <a:rPr lang="en-US" altLang="en-US" dirty="0"/>
              <a:t>)</a:t>
            </a:r>
          </a:p>
          <a:p>
            <a:pPr>
              <a:buFont typeface="Monotype Sorts" charset="2"/>
              <a:buNone/>
            </a:pPr>
            <a:r>
              <a:rPr lang="en-US" altLang="en-US" dirty="0"/>
              <a:t>     –   Shrinking Phase:</a:t>
            </a:r>
          </a:p>
          <a:p>
            <a:pPr lvl="1"/>
            <a:r>
              <a:rPr lang="en-US" altLang="en-US" dirty="0"/>
              <a:t>can release a lock-S</a:t>
            </a:r>
          </a:p>
          <a:p>
            <a:pPr lvl="1"/>
            <a:r>
              <a:rPr lang="en-US" altLang="en-US" dirty="0"/>
              <a:t>can release a lock-X</a:t>
            </a:r>
          </a:p>
          <a:p>
            <a:pPr lvl="1"/>
            <a:r>
              <a:rPr lang="en-US" altLang="en-US" dirty="0"/>
              <a:t>can convert a lock-X to a lock-S  (</a:t>
            </a:r>
            <a:r>
              <a:rPr lang="en-US" altLang="en-US" b="1" dirty="0">
                <a:solidFill>
                  <a:srgbClr val="002060"/>
                </a:solidFill>
              </a:rPr>
              <a:t>downgrade</a:t>
            </a:r>
            <a:r>
              <a:rPr lang="en-US" altLang="en-US" dirty="0"/>
              <a:t>)</a:t>
            </a:r>
          </a:p>
          <a:p>
            <a:r>
              <a:rPr lang="en-US" altLang="en-US" dirty="0"/>
              <a:t>This protocol ensures serializability</a:t>
            </a:r>
          </a:p>
        </p:txBody>
      </p:sp>
    </p:spTree>
    <p:extLst>
      <p:ext uri="{BB962C8B-B14F-4D97-AF65-F5344CB8AC3E}">
        <p14:creationId xmlns:p14="http://schemas.microsoft.com/office/powerpoint/2010/main" val="37621223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838200" y="268253"/>
            <a:ext cx="10515600" cy="987341"/>
          </a:xfrm>
        </p:spPr>
        <p:txBody>
          <a:bodyPr/>
          <a:lstStyle/>
          <a:p>
            <a:pPr>
              <a:defRPr/>
            </a:pPr>
            <a:r>
              <a:rPr lang="en-US" dirty="0">
                <a:effectLst>
                  <a:outerShdw blurRad="38100" dist="38100" dir="2700000" algn="tl">
                    <a:srgbClr val="C0C0C0"/>
                  </a:outerShdw>
                </a:effectLst>
              </a:rPr>
              <a:t>Automatic Acquisition of Locks</a:t>
            </a:r>
          </a:p>
        </p:txBody>
      </p:sp>
      <p:sp>
        <p:nvSpPr>
          <p:cNvPr id="15363" name="Rectangle 3"/>
          <p:cNvSpPr>
            <a:spLocks noGrp="1" noChangeArrowheads="1"/>
          </p:cNvSpPr>
          <p:nvPr>
            <p:ph idx="1"/>
          </p:nvPr>
        </p:nvSpPr>
        <p:spPr>
          <a:xfrm>
            <a:off x="838200" y="1375452"/>
            <a:ext cx="11062648" cy="5367972"/>
          </a:xfrm>
        </p:spPr>
        <p:txBody>
          <a:bodyPr>
            <a:normAutofit fontScale="92500" lnSpcReduction="10000"/>
          </a:bodyPr>
          <a:lstStyle/>
          <a:p>
            <a:pPr>
              <a:lnSpc>
                <a:spcPct val="110000"/>
              </a:lnSpc>
            </a:pPr>
            <a:r>
              <a:rPr lang="en-US" altLang="en-US" dirty="0"/>
              <a:t>A transaction </a:t>
            </a:r>
            <a:r>
              <a:rPr lang="en-US" altLang="en-US" i="1" dirty="0"/>
              <a:t>T</a:t>
            </a:r>
            <a:r>
              <a:rPr lang="en-US" altLang="en-US" baseline="-25000" dirty="0"/>
              <a:t>i</a:t>
            </a:r>
            <a:r>
              <a:rPr lang="en-US" altLang="en-US" dirty="0"/>
              <a:t> issues the standard read/write instruction, without explicit locking calls.</a:t>
            </a:r>
          </a:p>
          <a:p>
            <a:r>
              <a:rPr lang="en-US" altLang="en-US" dirty="0"/>
              <a:t>The operation </a:t>
            </a:r>
            <a:r>
              <a:rPr lang="en-US" altLang="en-US" b="1" dirty="0"/>
              <a:t>read</a:t>
            </a:r>
            <a:r>
              <a:rPr lang="en-US" altLang="en-US" dirty="0"/>
              <a:t>(</a:t>
            </a:r>
            <a:r>
              <a:rPr lang="en-US" altLang="en-US" i="1" dirty="0"/>
              <a:t>D</a:t>
            </a:r>
            <a:r>
              <a:rPr lang="en-US" altLang="en-US" dirty="0"/>
              <a:t>) is processed as:</a:t>
            </a:r>
          </a:p>
          <a:p>
            <a:pPr>
              <a:buFont typeface="Monotype Sorts" charset="2"/>
              <a:buNone/>
            </a:pPr>
            <a:r>
              <a:rPr lang="en-US" altLang="en-US" dirty="0"/>
              <a:t>                      </a:t>
            </a:r>
            <a:r>
              <a:rPr lang="en-US" altLang="en-US" b="1" dirty="0"/>
              <a:t>if</a:t>
            </a:r>
            <a:r>
              <a:rPr lang="en-US" altLang="en-US" dirty="0"/>
              <a:t> </a:t>
            </a:r>
            <a:r>
              <a:rPr lang="en-US" altLang="en-US" i="1" dirty="0"/>
              <a:t>T</a:t>
            </a:r>
            <a:r>
              <a:rPr lang="en-US" altLang="en-US" i="1" baseline="-25000" dirty="0"/>
              <a:t>i</a:t>
            </a:r>
            <a:r>
              <a:rPr lang="en-US" altLang="en-US" dirty="0"/>
              <a:t> has a lock on </a:t>
            </a:r>
            <a:r>
              <a:rPr lang="en-US" altLang="en-US" i="1" dirty="0"/>
              <a:t>D</a:t>
            </a:r>
            <a:endParaRPr lang="en-US" altLang="en-US" dirty="0"/>
          </a:p>
          <a:p>
            <a:pPr>
              <a:buFont typeface="Monotype Sorts" charset="2"/>
              <a:buNone/>
            </a:pPr>
            <a:r>
              <a:rPr lang="en-US" altLang="en-US" dirty="0"/>
              <a:t>                         </a:t>
            </a:r>
            <a:r>
              <a:rPr lang="en-US" altLang="en-US" b="1" dirty="0"/>
              <a:t>then</a:t>
            </a:r>
            <a:endParaRPr lang="en-US" altLang="en-US" dirty="0"/>
          </a:p>
          <a:p>
            <a:pPr>
              <a:buFont typeface="Monotype Sorts" charset="2"/>
              <a:buNone/>
            </a:pPr>
            <a:r>
              <a:rPr lang="en-US" altLang="en-US" dirty="0"/>
              <a:t>                                read(</a:t>
            </a:r>
            <a:r>
              <a:rPr lang="en-US" altLang="en-US" i="1" dirty="0"/>
              <a:t>D</a:t>
            </a:r>
            <a:r>
              <a:rPr lang="en-US" altLang="en-US" dirty="0"/>
              <a:t>) </a:t>
            </a:r>
          </a:p>
          <a:p>
            <a:pPr>
              <a:lnSpc>
                <a:spcPct val="80000"/>
              </a:lnSpc>
              <a:buFont typeface="Monotype Sorts" charset="2"/>
              <a:buNone/>
            </a:pPr>
            <a:r>
              <a:rPr lang="en-US" altLang="en-US" b="1" dirty="0"/>
              <a:t>                         else begin</a:t>
            </a:r>
            <a:r>
              <a:rPr lang="en-US" altLang="en-US" dirty="0"/>
              <a:t> </a:t>
            </a:r>
          </a:p>
          <a:p>
            <a:pPr>
              <a:buFont typeface="Monotype Sorts" charset="2"/>
              <a:buNone/>
            </a:pPr>
            <a:r>
              <a:rPr lang="en-US" altLang="en-US" dirty="0"/>
              <a:t>                                   if necessary wait until no other  </a:t>
            </a:r>
          </a:p>
          <a:p>
            <a:pPr>
              <a:lnSpc>
                <a:spcPct val="80000"/>
              </a:lnSpc>
              <a:buFont typeface="Monotype Sorts" charset="2"/>
              <a:buNone/>
            </a:pPr>
            <a:r>
              <a:rPr lang="en-US" altLang="en-US" dirty="0"/>
              <a:t>                                       transaction has a </a:t>
            </a:r>
            <a:r>
              <a:rPr lang="en-US" altLang="en-US" b="1" dirty="0"/>
              <a:t>lock-X</a:t>
            </a:r>
            <a:r>
              <a:rPr lang="en-US" altLang="en-US" dirty="0"/>
              <a:t> on </a:t>
            </a:r>
            <a:r>
              <a:rPr lang="en-US" altLang="en-US" i="1" dirty="0"/>
              <a:t>D</a:t>
            </a:r>
            <a:endParaRPr lang="en-US" altLang="en-US" dirty="0"/>
          </a:p>
          <a:p>
            <a:pPr>
              <a:lnSpc>
                <a:spcPct val="90000"/>
              </a:lnSpc>
              <a:buFont typeface="Monotype Sorts" charset="2"/>
              <a:buNone/>
            </a:pPr>
            <a:r>
              <a:rPr lang="en-US" altLang="en-US" dirty="0"/>
              <a:t>                                   grant </a:t>
            </a:r>
            <a:r>
              <a:rPr lang="en-US" altLang="en-US" i="1" dirty="0"/>
              <a:t>T</a:t>
            </a:r>
            <a:r>
              <a:rPr lang="en-US" altLang="en-US" i="1" baseline="-25000" dirty="0"/>
              <a:t>i</a:t>
            </a:r>
            <a:r>
              <a:rPr lang="en-US" altLang="en-US" dirty="0"/>
              <a:t> a </a:t>
            </a:r>
            <a:r>
              <a:rPr lang="en-US" altLang="en-US" b="1" dirty="0"/>
              <a:t> lock-S</a:t>
            </a:r>
            <a:r>
              <a:rPr lang="en-US" altLang="en-US" dirty="0"/>
              <a:t> on </a:t>
            </a:r>
            <a:r>
              <a:rPr lang="en-US" altLang="en-US" i="1" dirty="0"/>
              <a:t>D</a:t>
            </a:r>
            <a:r>
              <a:rPr lang="en-US" altLang="en-US" dirty="0"/>
              <a:t>;</a:t>
            </a:r>
          </a:p>
          <a:p>
            <a:pPr>
              <a:buFont typeface="Monotype Sorts" charset="2"/>
              <a:buNone/>
            </a:pPr>
            <a:r>
              <a:rPr lang="en-US" altLang="en-US" dirty="0"/>
              <a:t>                                   read(</a:t>
            </a:r>
            <a:r>
              <a:rPr lang="en-US" altLang="en-US" i="1" dirty="0"/>
              <a:t>D</a:t>
            </a:r>
            <a:r>
              <a:rPr lang="en-US" altLang="en-US" dirty="0"/>
              <a:t>)</a:t>
            </a:r>
          </a:p>
          <a:p>
            <a:pPr>
              <a:lnSpc>
                <a:spcPct val="70000"/>
              </a:lnSpc>
              <a:buFont typeface="Monotype Sorts" charset="2"/>
              <a:buNone/>
            </a:pPr>
            <a:r>
              <a:rPr lang="en-US" altLang="en-US" b="1" dirty="0"/>
              <a:t>                                end</a:t>
            </a:r>
            <a:endParaRPr lang="en-US" altLang="en-US" dirty="0"/>
          </a:p>
        </p:txBody>
      </p:sp>
    </p:spTree>
    <p:extLst>
      <p:ext uri="{BB962C8B-B14F-4D97-AF65-F5344CB8AC3E}">
        <p14:creationId xmlns:p14="http://schemas.microsoft.com/office/powerpoint/2010/main" val="323183127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838200" y="255943"/>
            <a:ext cx="10515600" cy="890469"/>
          </a:xfrm>
        </p:spPr>
        <p:txBody>
          <a:bodyPr/>
          <a:lstStyle/>
          <a:p>
            <a:pPr>
              <a:defRPr/>
            </a:pPr>
            <a:r>
              <a:rPr lang="en-US" dirty="0">
                <a:effectLst>
                  <a:outerShdw blurRad="38100" dist="38100" dir="2700000" algn="tl">
                    <a:srgbClr val="C0C0C0"/>
                  </a:outerShdw>
                </a:effectLst>
              </a:rPr>
              <a:t>Automatic Acquisition of Locks (Cont.)</a:t>
            </a:r>
          </a:p>
        </p:txBody>
      </p:sp>
      <p:sp>
        <p:nvSpPr>
          <p:cNvPr id="16387" name="Rectangle 3"/>
          <p:cNvSpPr>
            <a:spLocks noGrp="1" noChangeArrowheads="1"/>
          </p:cNvSpPr>
          <p:nvPr>
            <p:ph idx="1"/>
          </p:nvPr>
        </p:nvSpPr>
        <p:spPr>
          <a:xfrm>
            <a:off x="979946" y="1490028"/>
            <a:ext cx="10798072" cy="5367972"/>
          </a:xfrm>
        </p:spPr>
        <p:txBody>
          <a:bodyPr>
            <a:normAutofit fontScale="92500" lnSpcReduction="20000"/>
          </a:bodyPr>
          <a:lstStyle/>
          <a:p>
            <a:r>
              <a:rPr lang="en-US" altLang="en-US" dirty="0"/>
              <a:t>The operation </a:t>
            </a:r>
            <a:r>
              <a:rPr lang="en-US" altLang="en-US" b="1" dirty="0"/>
              <a:t>write</a:t>
            </a:r>
            <a:r>
              <a:rPr lang="en-US" altLang="en-US" i="1" dirty="0"/>
              <a:t>(D)</a:t>
            </a:r>
            <a:r>
              <a:rPr lang="en-US" altLang="en-US" dirty="0"/>
              <a:t> is processed as:</a:t>
            </a:r>
          </a:p>
          <a:p>
            <a:pPr>
              <a:buFont typeface="Monotype Sorts" charset="2"/>
              <a:buNone/>
            </a:pPr>
            <a:r>
              <a:rPr lang="en-US" altLang="en-US" dirty="0"/>
              <a:t>     </a:t>
            </a:r>
            <a:r>
              <a:rPr lang="en-US" altLang="en-US" b="1" dirty="0"/>
              <a:t>if </a:t>
            </a:r>
            <a:r>
              <a:rPr lang="en-US" altLang="en-US" i="1" dirty="0"/>
              <a:t>T</a:t>
            </a:r>
            <a:r>
              <a:rPr lang="en-US" altLang="en-US" i="1" baseline="-25000" dirty="0"/>
              <a:t>i</a:t>
            </a:r>
            <a:r>
              <a:rPr lang="en-US" altLang="en-US" dirty="0"/>
              <a:t> has a  </a:t>
            </a:r>
            <a:r>
              <a:rPr lang="en-US" altLang="en-US" b="1" dirty="0"/>
              <a:t>lock-X</a:t>
            </a:r>
            <a:r>
              <a:rPr lang="en-US" altLang="en-US" dirty="0"/>
              <a:t> on </a:t>
            </a:r>
            <a:r>
              <a:rPr lang="en-US" altLang="en-US" i="1" dirty="0"/>
              <a:t>D</a:t>
            </a:r>
            <a:r>
              <a:rPr lang="en-US" altLang="en-US" dirty="0"/>
              <a:t> </a:t>
            </a:r>
          </a:p>
          <a:p>
            <a:pPr>
              <a:lnSpc>
                <a:spcPct val="70000"/>
              </a:lnSpc>
              <a:buFont typeface="Monotype Sorts" charset="2"/>
              <a:buNone/>
            </a:pPr>
            <a:r>
              <a:rPr lang="en-US" altLang="en-US" b="1" dirty="0"/>
              <a:t>        then</a:t>
            </a:r>
            <a:r>
              <a:rPr lang="en-US" altLang="en-US" dirty="0"/>
              <a:t> </a:t>
            </a:r>
          </a:p>
          <a:p>
            <a:pPr>
              <a:lnSpc>
                <a:spcPct val="60000"/>
              </a:lnSpc>
              <a:buFont typeface="Monotype Sorts" charset="2"/>
              <a:buNone/>
            </a:pPr>
            <a:r>
              <a:rPr lang="en-US" altLang="en-US" dirty="0"/>
              <a:t>          write(</a:t>
            </a:r>
            <a:r>
              <a:rPr lang="en-US" altLang="en-US" i="1" dirty="0"/>
              <a:t>D</a:t>
            </a:r>
            <a:r>
              <a:rPr lang="en-US" altLang="en-US" dirty="0"/>
              <a:t>)</a:t>
            </a:r>
          </a:p>
          <a:p>
            <a:pPr>
              <a:lnSpc>
                <a:spcPct val="70000"/>
              </a:lnSpc>
              <a:buFont typeface="Monotype Sorts" charset="2"/>
              <a:buNone/>
            </a:pPr>
            <a:r>
              <a:rPr lang="en-US" altLang="en-US" dirty="0"/>
              <a:t>       </a:t>
            </a:r>
            <a:r>
              <a:rPr lang="en-US" altLang="en-US" b="1" dirty="0"/>
              <a:t>else begin</a:t>
            </a:r>
            <a:endParaRPr lang="en-US" altLang="en-US" dirty="0"/>
          </a:p>
          <a:p>
            <a:pPr>
              <a:lnSpc>
                <a:spcPct val="80000"/>
              </a:lnSpc>
              <a:buFont typeface="Monotype Sorts" charset="2"/>
              <a:buNone/>
            </a:pPr>
            <a:r>
              <a:rPr lang="en-US" altLang="en-US" dirty="0"/>
              <a:t>            if necessary wait until no other trans. has any lock on </a:t>
            </a:r>
            <a:r>
              <a:rPr lang="en-US" altLang="en-US" i="1" dirty="0"/>
              <a:t>D</a:t>
            </a:r>
            <a:r>
              <a:rPr lang="en-US" altLang="en-US" dirty="0"/>
              <a:t>,</a:t>
            </a:r>
          </a:p>
          <a:p>
            <a:pPr>
              <a:lnSpc>
                <a:spcPct val="80000"/>
              </a:lnSpc>
              <a:buFont typeface="Monotype Sorts" charset="2"/>
              <a:buNone/>
            </a:pPr>
            <a:r>
              <a:rPr lang="en-US" altLang="en-US" dirty="0"/>
              <a:t>            if </a:t>
            </a:r>
            <a:r>
              <a:rPr lang="en-US" altLang="en-US" i="1" dirty="0"/>
              <a:t>T</a:t>
            </a:r>
            <a:r>
              <a:rPr lang="en-US" altLang="en-US" i="1" baseline="-25000" dirty="0"/>
              <a:t>i</a:t>
            </a:r>
            <a:r>
              <a:rPr lang="en-US" altLang="en-US" dirty="0"/>
              <a:t> has a </a:t>
            </a:r>
            <a:r>
              <a:rPr lang="en-US" altLang="en-US" b="1" dirty="0"/>
              <a:t>lock-S</a:t>
            </a:r>
            <a:r>
              <a:rPr lang="en-US" altLang="en-US" dirty="0"/>
              <a:t> on </a:t>
            </a:r>
            <a:r>
              <a:rPr lang="en-US" altLang="en-US" i="1" dirty="0"/>
              <a:t>D</a:t>
            </a:r>
            <a:endParaRPr lang="en-US" altLang="en-US" dirty="0"/>
          </a:p>
          <a:p>
            <a:pPr>
              <a:lnSpc>
                <a:spcPct val="70000"/>
              </a:lnSpc>
              <a:buFont typeface="Monotype Sorts" charset="2"/>
              <a:buNone/>
            </a:pPr>
            <a:r>
              <a:rPr lang="en-US" altLang="en-US" b="1" dirty="0"/>
              <a:t>                 then</a:t>
            </a:r>
            <a:endParaRPr lang="en-US" altLang="en-US" dirty="0"/>
          </a:p>
          <a:p>
            <a:pPr>
              <a:lnSpc>
                <a:spcPct val="70000"/>
              </a:lnSpc>
              <a:buFont typeface="Monotype Sorts" charset="2"/>
              <a:buNone/>
            </a:pPr>
            <a:r>
              <a:rPr lang="en-US" altLang="en-US" b="1" dirty="0"/>
              <a:t>                    upgrade</a:t>
            </a:r>
            <a:r>
              <a:rPr lang="en-US" altLang="en-US" dirty="0"/>
              <a:t> lock on </a:t>
            </a:r>
            <a:r>
              <a:rPr lang="en-US" altLang="en-US" i="1" dirty="0"/>
              <a:t>D</a:t>
            </a:r>
            <a:r>
              <a:rPr lang="en-US" altLang="en-US" dirty="0"/>
              <a:t>  to </a:t>
            </a:r>
            <a:r>
              <a:rPr lang="en-US" altLang="en-US" b="1" dirty="0"/>
              <a:t>lock-X</a:t>
            </a:r>
            <a:endParaRPr lang="en-US" altLang="en-US" dirty="0"/>
          </a:p>
          <a:p>
            <a:pPr>
              <a:lnSpc>
                <a:spcPct val="70000"/>
              </a:lnSpc>
              <a:buFont typeface="Monotype Sorts" charset="2"/>
              <a:buNone/>
            </a:pPr>
            <a:r>
              <a:rPr lang="en-US" altLang="en-US" b="1" dirty="0"/>
              <a:t>                else</a:t>
            </a:r>
            <a:endParaRPr lang="en-US" altLang="en-US" dirty="0"/>
          </a:p>
          <a:p>
            <a:pPr>
              <a:lnSpc>
                <a:spcPct val="70000"/>
              </a:lnSpc>
              <a:buFont typeface="Monotype Sorts" charset="2"/>
              <a:buNone/>
            </a:pPr>
            <a:r>
              <a:rPr lang="en-US" altLang="en-US" dirty="0"/>
              <a:t>                    grant </a:t>
            </a:r>
            <a:r>
              <a:rPr lang="en-US" altLang="en-US" i="1" dirty="0"/>
              <a:t>T</a:t>
            </a:r>
            <a:r>
              <a:rPr lang="en-US" altLang="en-US" i="1" baseline="-25000" dirty="0"/>
              <a:t>i</a:t>
            </a:r>
            <a:r>
              <a:rPr lang="en-US" altLang="en-US" dirty="0"/>
              <a:t> a </a:t>
            </a:r>
            <a:r>
              <a:rPr lang="en-US" altLang="en-US" b="1" dirty="0"/>
              <a:t>lock-X</a:t>
            </a:r>
            <a:r>
              <a:rPr lang="en-US" altLang="en-US" dirty="0"/>
              <a:t> on </a:t>
            </a:r>
            <a:r>
              <a:rPr lang="en-US" altLang="en-US" i="1" dirty="0"/>
              <a:t>D</a:t>
            </a:r>
            <a:endParaRPr lang="en-US" altLang="en-US" dirty="0"/>
          </a:p>
          <a:p>
            <a:pPr>
              <a:buFont typeface="Monotype Sorts" charset="2"/>
              <a:buNone/>
            </a:pPr>
            <a:r>
              <a:rPr lang="en-US" altLang="en-US" dirty="0"/>
              <a:t>                write(</a:t>
            </a:r>
            <a:r>
              <a:rPr lang="en-US" altLang="en-US" i="1" dirty="0"/>
              <a:t>D</a:t>
            </a:r>
            <a:r>
              <a:rPr lang="en-US" altLang="en-US" dirty="0"/>
              <a:t>)</a:t>
            </a:r>
          </a:p>
          <a:p>
            <a:pPr>
              <a:lnSpc>
                <a:spcPct val="50000"/>
              </a:lnSpc>
              <a:buFont typeface="Monotype Sorts" charset="2"/>
              <a:buNone/>
            </a:pPr>
            <a:r>
              <a:rPr lang="en-US" altLang="en-US" b="1" dirty="0"/>
              <a:t>         end</a:t>
            </a:r>
            <a:r>
              <a:rPr lang="en-US" altLang="en-US" dirty="0"/>
              <a:t>;</a:t>
            </a:r>
            <a:br>
              <a:rPr lang="en-US" altLang="en-US" dirty="0"/>
            </a:br>
            <a:endParaRPr lang="en-US" altLang="en-US" dirty="0"/>
          </a:p>
          <a:p>
            <a:r>
              <a:rPr lang="en-US" altLang="en-US" b="1" dirty="0"/>
              <a:t>All locks are released after commit or abort</a:t>
            </a:r>
          </a:p>
        </p:txBody>
      </p:sp>
    </p:spTree>
    <p:extLst>
      <p:ext uri="{BB962C8B-B14F-4D97-AF65-F5344CB8AC3E}">
        <p14:creationId xmlns:p14="http://schemas.microsoft.com/office/powerpoint/2010/main" val="31070065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6387">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387">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6387">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6387">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6387">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6387">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6387">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6387">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6387">
                                            <p:txEl>
                                              <p:pRg st="8" end="8"/>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6387">
                                            <p:txEl>
                                              <p:pRg st="9" end="9"/>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6387">
                                            <p:txEl>
                                              <p:pRg st="10" end="10"/>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6387">
                                            <p:txEl>
                                              <p:pRg st="11" end="11"/>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6387">
                                            <p:txEl>
                                              <p:pRg st="12" end="12"/>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6387">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7"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1298" name="Rectangle 2"/>
          <p:cNvSpPr>
            <a:spLocks noGrp="1" noChangeArrowheads="1"/>
          </p:cNvSpPr>
          <p:nvPr>
            <p:ph type="title"/>
          </p:nvPr>
        </p:nvSpPr>
        <p:spPr>
          <a:xfrm>
            <a:off x="865495" y="97636"/>
            <a:ext cx="10515600" cy="1004862"/>
          </a:xfrm>
        </p:spPr>
        <p:txBody>
          <a:bodyPr/>
          <a:lstStyle/>
          <a:p>
            <a:pPr>
              <a:defRPr/>
            </a:pPr>
            <a:r>
              <a:rPr lang="en-US" dirty="0">
                <a:effectLst>
                  <a:outerShdw blurRad="38100" dist="38100" dir="2700000" algn="tl">
                    <a:srgbClr val="C0C0C0"/>
                  </a:outerShdw>
                </a:effectLst>
              </a:rPr>
              <a:t>Deadlock Handling</a:t>
            </a:r>
          </a:p>
        </p:txBody>
      </p:sp>
      <p:sp>
        <p:nvSpPr>
          <p:cNvPr id="22531" name="Rectangle 3"/>
          <p:cNvSpPr>
            <a:spLocks noGrp="1" noChangeArrowheads="1"/>
          </p:cNvSpPr>
          <p:nvPr>
            <p:ph idx="1"/>
          </p:nvPr>
        </p:nvSpPr>
        <p:spPr>
          <a:xfrm>
            <a:off x="865495" y="1293565"/>
            <a:ext cx="10762398" cy="5367972"/>
          </a:xfrm>
        </p:spPr>
        <p:txBody>
          <a:bodyPr/>
          <a:lstStyle/>
          <a:p>
            <a:r>
              <a:rPr lang="en-US" altLang="en-US" dirty="0"/>
              <a:t>System is </a:t>
            </a:r>
            <a:r>
              <a:rPr lang="en-US" altLang="en-US" b="1" dirty="0">
                <a:solidFill>
                  <a:srgbClr val="002060"/>
                </a:solidFill>
              </a:rPr>
              <a:t>deadlocked</a:t>
            </a:r>
            <a:r>
              <a:rPr lang="en-US" altLang="en-US" dirty="0"/>
              <a:t> if there is a set of transactions such that every transaction in the set is waiting for another transaction in the set.</a:t>
            </a:r>
          </a:p>
        </p:txBody>
      </p:sp>
      <p:pic>
        <p:nvPicPr>
          <p:cNvPr id="5" name="Graphic 4">
            <a:extLst>
              <a:ext uri="{FF2B5EF4-FFF2-40B4-BE49-F238E27FC236}">
                <a16:creationId xmlns:a16="http://schemas.microsoft.com/office/drawing/2014/main" xmlns="" id="{8AA52137-467D-461F-81B4-27A741A8CF4F}"/>
              </a:ext>
            </a:extLst>
          </p:cNvPr>
          <p:cNvPicPr>
            <a:picLocks noChangeAspect="1"/>
          </p:cNvPicPr>
          <p:nvPr/>
        </p:nvPicPr>
        <p:blipFill>
          <a:blip r:embed="rId3">
            <a:extLst>
              <a:ext uri="{96DAC541-7B7A-43D3-8B79-37D633B846F1}">
                <asvg:svgBlip xmlns:asvg="http://schemas.microsoft.com/office/drawing/2016/SVG/main" xmlns="" r:embed="rId4"/>
              </a:ext>
            </a:extLst>
          </a:blip>
          <a:stretch>
            <a:fillRect/>
          </a:stretch>
        </p:blipFill>
        <p:spPr>
          <a:xfrm>
            <a:off x="865495" y="2444235"/>
            <a:ext cx="4074995" cy="4053883"/>
          </a:xfrm>
          <a:prstGeom prst="rect">
            <a:avLst/>
          </a:prstGeom>
        </p:spPr>
      </p:pic>
    </p:spTree>
    <p:extLst>
      <p:ext uri="{BB962C8B-B14F-4D97-AF65-F5344CB8AC3E}">
        <p14:creationId xmlns:p14="http://schemas.microsoft.com/office/powerpoint/2010/main" val="120955774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3346" name="Rectangle 2"/>
          <p:cNvSpPr>
            <a:spLocks noGrp="1" noChangeArrowheads="1"/>
          </p:cNvSpPr>
          <p:nvPr>
            <p:ph type="title"/>
          </p:nvPr>
        </p:nvSpPr>
        <p:spPr>
          <a:xfrm>
            <a:off x="838200" y="164465"/>
            <a:ext cx="10515600" cy="968299"/>
          </a:xfrm>
        </p:spPr>
        <p:txBody>
          <a:bodyPr/>
          <a:lstStyle/>
          <a:p>
            <a:pPr>
              <a:defRPr/>
            </a:pPr>
            <a:r>
              <a:rPr lang="en-US" dirty="0">
                <a:effectLst>
                  <a:outerShdw blurRad="38100" dist="38100" dir="2700000" algn="tl">
                    <a:srgbClr val="C0C0C0"/>
                  </a:outerShdw>
                </a:effectLst>
              </a:rPr>
              <a:t>Deadlock Handling</a:t>
            </a:r>
          </a:p>
        </p:txBody>
      </p:sp>
      <p:sp>
        <p:nvSpPr>
          <p:cNvPr id="23555" name="Rectangle 3"/>
          <p:cNvSpPr>
            <a:spLocks noGrp="1" noChangeArrowheads="1"/>
          </p:cNvSpPr>
          <p:nvPr>
            <p:ph idx="1"/>
          </p:nvPr>
        </p:nvSpPr>
        <p:spPr>
          <a:xfrm>
            <a:off x="838200" y="1490028"/>
            <a:ext cx="10515600" cy="3218450"/>
          </a:xfrm>
        </p:spPr>
        <p:txBody>
          <a:bodyPr/>
          <a:lstStyle/>
          <a:p>
            <a:r>
              <a:rPr lang="en-US" altLang="en-US" b="1" i="1" dirty="0">
                <a:solidFill>
                  <a:srgbClr val="002060"/>
                </a:solidFill>
              </a:rPr>
              <a:t>Deadlock prevention</a:t>
            </a:r>
            <a:r>
              <a:rPr lang="en-US" altLang="en-US" dirty="0">
                <a:solidFill>
                  <a:srgbClr val="002060"/>
                </a:solidFill>
              </a:rPr>
              <a:t> </a:t>
            </a:r>
            <a:r>
              <a:rPr lang="en-US" altLang="en-US" dirty="0"/>
              <a:t>protocols ensure that the system will </a:t>
            </a:r>
            <a:r>
              <a:rPr lang="en-US" altLang="en-US" i="1" dirty="0"/>
              <a:t>never</a:t>
            </a:r>
            <a:r>
              <a:rPr lang="en-US" altLang="en-US" dirty="0"/>
              <a:t> enter into a deadlock state. Some prevention strategies:</a:t>
            </a:r>
          </a:p>
          <a:p>
            <a:pPr lvl="1"/>
            <a:r>
              <a:rPr lang="en-US" altLang="en-US" dirty="0"/>
              <a:t>Require that each transaction locks all its data items before it begins execution (pre-declaration).</a:t>
            </a:r>
          </a:p>
          <a:p>
            <a:pPr lvl="1"/>
            <a:r>
              <a:rPr lang="en-US" altLang="en-US" dirty="0"/>
              <a:t>Impose partial ordering of all data items and require that a transaction can lock data items only in the order specified by the partial order (graph-based protocol).</a:t>
            </a:r>
          </a:p>
        </p:txBody>
      </p:sp>
    </p:spTree>
    <p:extLst>
      <p:ext uri="{BB962C8B-B14F-4D97-AF65-F5344CB8AC3E}">
        <p14:creationId xmlns:p14="http://schemas.microsoft.com/office/powerpoint/2010/main" val="57573188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5394" name="Rectangle 2"/>
          <p:cNvSpPr>
            <a:spLocks noGrp="1" noChangeArrowheads="1"/>
          </p:cNvSpPr>
          <p:nvPr>
            <p:ph type="title"/>
          </p:nvPr>
        </p:nvSpPr>
        <p:spPr>
          <a:xfrm>
            <a:off x="784934" y="228648"/>
            <a:ext cx="10515600" cy="873850"/>
          </a:xfrm>
        </p:spPr>
        <p:txBody>
          <a:bodyPr/>
          <a:lstStyle/>
          <a:p>
            <a:pPr>
              <a:defRPr/>
            </a:pPr>
            <a:r>
              <a:rPr lang="en-US" dirty="0">
                <a:effectLst>
                  <a:outerShdw blurRad="38100" dist="38100" dir="2700000" algn="tl">
                    <a:srgbClr val="C0C0C0"/>
                  </a:outerShdw>
                </a:effectLst>
              </a:rPr>
              <a:t>More Deadlock Prevention Strategies</a:t>
            </a:r>
          </a:p>
        </p:txBody>
      </p:sp>
      <p:sp>
        <p:nvSpPr>
          <p:cNvPr id="24579" name="Rectangle 3"/>
          <p:cNvSpPr>
            <a:spLocks noGrp="1" noChangeArrowheads="1"/>
          </p:cNvSpPr>
          <p:nvPr>
            <p:ph idx="1"/>
          </p:nvPr>
        </p:nvSpPr>
        <p:spPr>
          <a:xfrm>
            <a:off x="784934" y="1102497"/>
            <a:ext cx="11115914" cy="5530315"/>
          </a:xfrm>
        </p:spPr>
        <p:txBody>
          <a:bodyPr>
            <a:normAutofit/>
          </a:bodyPr>
          <a:lstStyle/>
          <a:p>
            <a:r>
              <a:rPr lang="en-US" altLang="en-US" b="1" dirty="0">
                <a:solidFill>
                  <a:srgbClr val="002060"/>
                </a:solidFill>
              </a:rPr>
              <a:t>wait-die</a:t>
            </a:r>
            <a:r>
              <a:rPr lang="en-US" altLang="en-US" dirty="0"/>
              <a:t> scheme — non-preemptive</a:t>
            </a:r>
          </a:p>
          <a:p>
            <a:pPr lvl="1"/>
            <a:r>
              <a:rPr lang="en-US" altLang="en-US" dirty="0"/>
              <a:t>Older transaction may wait for younger one to release data item.</a:t>
            </a:r>
          </a:p>
          <a:p>
            <a:pPr lvl="1"/>
            <a:r>
              <a:rPr lang="en-US" altLang="en-US" dirty="0"/>
              <a:t>Younger transactions never wait for older ones; they are rolled back instead.</a:t>
            </a:r>
          </a:p>
          <a:p>
            <a:pPr lvl="1"/>
            <a:r>
              <a:rPr lang="en-US" altLang="en-US" dirty="0"/>
              <a:t>A transaction may die several times before acquiring a lock</a:t>
            </a:r>
          </a:p>
          <a:p>
            <a:r>
              <a:rPr lang="en-US" altLang="en-US" b="1" dirty="0">
                <a:solidFill>
                  <a:srgbClr val="002060"/>
                </a:solidFill>
              </a:rPr>
              <a:t>wound-wait</a:t>
            </a:r>
            <a:r>
              <a:rPr lang="en-US" altLang="en-US" dirty="0"/>
              <a:t> scheme — preemptive</a:t>
            </a:r>
          </a:p>
          <a:p>
            <a:pPr lvl="1"/>
            <a:r>
              <a:rPr lang="en-US" altLang="en-US" dirty="0"/>
              <a:t>Older transaction </a:t>
            </a:r>
            <a:r>
              <a:rPr lang="en-US" altLang="en-US" i="1" dirty="0"/>
              <a:t>wounds</a:t>
            </a:r>
            <a:r>
              <a:rPr lang="en-US" altLang="en-US" dirty="0"/>
              <a:t> (forces rollback) of younger transaction instead of waiting for it. </a:t>
            </a:r>
          </a:p>
          <a:p>
            <a:pPr lvl="1"/>
            <a:r>
              <a:rPr lang="en-US" altLang="en-US" dirty="0"/>
              <a:t>Younger transactions may wait for older ones.</a:t>
            </a:r>
          </a:p>
          <a:p>
            <a:pPr lvl="1"/>
            <a:r>
              <a:rPr lang="en-US" altLang="en-US" dirty="0"/>
              <a:t>Fewer rollbacks than </a:t>
            </a:r>
            <a:r>
              <a:rPr lang="en-US" altLang="en-US" i="1" dirty="0"/>
              <a:t>wait-die</a:t>
            </a:r>
            <a:r>
              <a:rPr lang="en-US" altLang="en-US" dirty="0"/>
              <a:t> scheme.</a:t>
            </a:r>
          </a:p>
          <a:p>
            <a:r>
              <a:rPr lang="en-US" altLang="en-US" dirty="0"/>
              <a:t>In both schemes, a rolled back transactions is restarted with its original timestamp. </a:t>
            </a:r>
          </a:p>
          <a:p>
            <a:pPr lvl="1"/>
            <a:r>
              <a:rPr lang="en-US" altLang="en-US" dirty="0"/>
              <a:t>Ensures that older transactions have precedence over newer ones, and starvation is thus avoided.</a:t>
            </a:r>
          </a:p>
          <a:p>
            <a:endParaRPr lang="en-US" altLang="en-US" dirty="0"/>
          </a:p>
        </p:txBody>
      </p:sp>
    </p:spTree>
    <p:extLst>
      <p:ext uri="{BB962C8B-B14F-4D97-AF65-F5344CB8AC3E}">
        <p14:creationId xmlns:p14="http://schemas.microsoft.com/office/powerpoint/2010/main" val="261252882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42" name="Rectangle 2"/>
          <p:cNvSpPr>
            <a:spLocks noGrp="1" noChangeArrowheads="1"/>
          </p:cNvSpPr>
          <p:nvPr>
            <p:ph type="title"/>
          </p:nvPr>
        </p:nvSpPr>
        <p:spPr>
          <a:xfrm>
            <a:off x="816006" y="0"/>
            <a:ext cx="10515600" cy="1102497"/>
          </a:xfrm>
        </p:spPr>
        <p:txBody>
          <a:bodyPr/>
          <a:lstStyle/>
          <a:p>
            <a:pPr>
              <a:defRPr/>
            </a:pPr>
            <a:r>
              <a:rPr lang="en-US" dirty="0">
                <a:effectLst>
                  <a:outerShdw blurRad="38100" dist="38100" dir="2700000" algn="tl">
                    <a:srgbClr val="C0C0C0"/>
                  </a:outerShdw>
                </a:effectLst>
              </a:rPr>
              <a:t>Deadlock prevention (Cont.)</a:t>
            </a:r>
          </a:p>
        </p:txBody>
      </p:sp>
      <p:sp>
        <p:nvSpPr>
          <p:cNvPr id="25603" name="Rectangle 3"/>
          <p:cNvSpPr>
            <a:spLocks noGrp="1" noChangeArrowheads="1"/>
          </p:cNvSpPr>
          <p:nvPr>
            <p:ph idx="1"/>
          </p:nvPr>
        </p:nvSpPr>
        <p:spPr>
          <a:xfrm>
            <a:off x="816006" y="1140469"/>
            <a:ext cx="11043898" cy="5367972"/>
          </a:xfrm>
        </p:spPr>
        <p:txBody>
          <a:bodyPr/>
          <a:lstStyle/>
          <a:p>
            <a:r>
              <a:rPr lang="en-US" altLang="en-US" b="1" dirty="0">
                <a:solidFill>
                  <a:srgbClr val="002060"/>
                </a:solidFill>
              </a:rPr>
              <a:t>Timeout-Based Schemes</a:t>
            </a:r>
            <a:r>
              <a:rPr lang="en-US" altLang="en-US" dirty="0"/>
              <a:t>:</a:t>
            </a:r>
          </a:p>
          <a:p>
            <a:pPr lvl="1"/>
            <a:r>
              <a:rPr lang="en-US" altLang="en-US" dirty="0"/>
              <a:t>A transaction waits for a lock only for a specified amount of time. After that, the wait times out and the transaction is rolled back.</a:t>
            </a:r>
          </a:p>
          <a:p>
            <a:pPr lvl="1"/>
            <a:r>
              <a:rPr lang="en-US" altLang="en-US" dirty="0"/>
              <a:t>Ensures that deadlocks get resolved by timeout if they occur</a:t>
            </a:r>
          </a:p>
          <a:p>
            <a:pPr lvl="1"/>
            <a:r>
              <a:rPr lang="en-US" altLang="en-US" dirty="0"/>
              <a:t>Simple to implement</a:t>
            </a:r>
          </a:p>
          <a:p>
            <a:pPr lvl="1"/>
            <a:r>
              <a:rPr lang="en-US" altLang="en-US" dirty="0"/>
              <a:t>But may roll back transaction unnecessarily in absence of deadlock</a:t>
            </a:r>
          </a:p>
          <a:p>
            <a:pPr lvl="2"/>
            <a:r>
              <a:rPr lang="en-US" altLang="en-US" dirty="0"/>
              <a:t>Difficult to determine good value of the timeout interval.</a:t>
            </a:r>
          </a:p>
          <a:p>
            <a:pPr lvl="1"/>
            <a:r>
              <a:rPr lang="en-US" altLang="en-US" dirty="0"/>
              <a:t>Starvation is also possible</a:t>
            </a:r>
          </a:p>
        </p:txBody>
      </p:sp>
    </p:spTree>
    <p:extLst>
      <p:ext uri="{BB962C8B-B14F-4D97-AF65-F5344CB8AC3E}">
        <p14:creationId xmlns:p14="http://schemas.microsoft.com/office/powerpoint/2010/main" val="189788314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9490" name="Rectangle 2"/>
          <p:cNvSpPr>
            <a:spLocks noGrp="1" noChangeArrowheads="1"/>
          </p:cNvSpPr>
          <p:nvPr>
            <p:ph type="title"/>
          </p:nvPr>
        </p:nvSpPr>
        <p:spPr>
          <a:xfrm>
            <a:off x="842639" y="64026"/>
            <a:ext cx="10515600" cy="1038471"/>
          </a:xfrm>
        </p:spPr>
        <p:txBody>
          <a:bodyPr/>
          <a:lstStyle/>
          <a:p>
            <a:pPr>
              <a:defRPr/>
            </a:pPr>
            <a:r>
              <a:rPr lang="en-US" dirty="0">
                <a:effectLst>
                  <a:outerShdw blurRad="38100" dist="38100" dir="2700000" algn="tl">
                    <a:srgbClr val="C0C0C0"/>
                  </a:outerShdw>
                </a:effectLst>
              </a:rPr>
              <a:t>Deadlock Detection</a:t>
            </a:r>
          </a:p>
        </p:txBody>
      </p:sp>
      <p:sp>
        <p:nvSpPr>
          <p:cNvPr id="26627" name="Rectangle 3"/>
          <p:cNvSpPr>
            <a:spLocks noGrp="1" noChangeArrowheads="1"/>
          </p:cNvSpPr>
          <p:nvPr>
            <p:ph idx="1"/>
          </p:nvPr>
        </p:nvSpPr>
        <p:spPr>
          <a:xfrm>
            <a:off x="842639" y="1102497"/>
            <a:ext cx="11017265" cy="5367972"/>
          </a:xfrm>
        </p:spPr>
        <p:txBody>
          <a:bodyPr/>
          <a:lstStyle/>
          <a:p>
            <a:r>
              <a:rPr lang="en-US" altLang="en-US" b="1" dirty="0">
                <a:solidFill>
                  <a:srgbClr val="002060"/>
                </a:solidFill>
              </a:rPr>
              <a:t>Wait-for graph</a:t>
            </a:r>
            <a:endParaRPr lang="en-US" altLang="en-US" dirty="0">
              <a:solidFill>
                <a:srgbClr val="002060"/>
              </a:solidFill>
            </a:endParaRPr>
          </a:p>
          <a:p>
            <a:pPr lvl="1"/>
            <a:r>
              <a:rPr lang="en-US" altLang="en-US" i="1" dirty="0"/>
              <a:t>Vertices: </a:t>
            </a:r>
            <a:r>
              <a:rPr lang="en-US" altLang="en-US" dirty="0"/>
              <a:t>transactions</a:t>
            </a:r>
          </a:p>
          <a:p>
            <a:pPr lvl="1"/>
            <a:r>
              <a:rPr lang="en-US" altLang="en-US" i="1" dirty="0"/>
              <a:t>Edge from</a:t>
            </a:r>
            <a:r>
              <a:rPr lang="en-US" altLang="en-US" dirty="0"/>
              <a:t> </a:t>
            </a:r>
            <a:r>
              <a:rPr lang="en-US" altLang="en-US" i="1" dirty="0" err="1"/>
              <a:t>T</a:t>
            </a:r>
            <a:r>
              <a:rPr lang="en-US" altLang="en-US" i="1" baseline="-25000" dirty="0" err="1"/>
              <a:t>i</a:t>
            </a:r>
            <a:r>
              <a:rPr lang="en-US" altLang="en-US" dirty="0"/>
              <a:t> </a:t>
            </a:r>
            <a:r>
              <a:rPr lang="en-US" altLang="en-US" dirty="0">
                <a:sym typeface="Symbol" panose="05050102010706020507" pitchFamily="18" charset="2"/>
              </a:rPr>
              <a:t></a:t>
            </a:r>
            <a:r>
              <a:rPr lang="en-US" altLang="en-US" i="1" dirty="0" err="1"/>
              <a:t>T</a:t>
            </a:r>
            <a:r>
              <a:rPr lang="en-US" altLang="en-US" i="1" baseline="-25000" dirty="0" err="1"/>
              <a:t>j</a:t>
            </a:r>
            <a:r>
              <a:rPr lang="en-US" altLang="en-US" dirty="0"/>
              <a:t>. : if </a:t>
            </a:r>
            <a:r>
              <a:rPr lang="en-US" altLang="en-US" i="1" dirty="0" err="1"/>
              <a:t>T</a:t>
            </a:r>
            <a:r>
              <a:rPr lang="en-US" altLang="en-US" i="1" baseline="-25000" dirty="0" err="1"/>
              <a:t>i</a:t>
            </a:r>
            <a:r>
              <a:rPr lang="en-US" altLang="en-US" dirty="0"/>
              <a:t> </a:t>
            </a:r>
            <a:r>
              <a:rPr lang="en-US" altLang="en-US" dirty="0">
                <a:sym typeface="Symbol" panose="05050102010706020507" pitchFamily="18" charset="2"/>
              </a:rPr>
              <a:t>is waiting for a lock held in conflicting mode </a:t>
            </a:r>
            <a:r>
              <a:rPr lang="en-US" altLang="en-US" dirty="0" err="1">
                <a:sym typeface="Symbol" panose="05050102010706020507" pitchFamily="18" charset="2"/>
              </a:rPr>
              <a:t>by</a:t>
            </a:r>
            <a:r>
              <a:rPr lang="en-US" altLang="en-US" i="1" dirty="0" err="1"/>
              <a:t>T</a:t>
            </a:r>
            <a:r>
              <a:rPr lang="en-US" altLang="en-US" i="1" baseline="-25000" dirty="0" err="1"/>
              <a:t>j</a:t>
            </a:r>
            <a:r>
              <a:rPr lang="en-US" altLang="en-US" i="1" baseline="-25000" dirty="0"/>
              <a:t> </a:t>
            </a:r>
            <a:endParaRPr lang="en-US" altLang="en-US" dirty="0"/>
          </a:p>
          <a:p>
            <a:r>
              <a:rPr lang="en-US" altLang="en-US" dirty="0"/>
              <a:t>The system is in a deadlock state if and only if the wait-for graph has a cycle.  </a:t>
            </a:r>
          </a:p>
          <a:p>
            <a:r>
              <a:rPr lang="en-US" altLang="en-US" dirty="0"/>
              <a:t>Invoke a deadlock-detection algorithm periodically to look for cycles.</a:t>
            </a:r>
          </a:p>
        </p:txBody>
      </p:sp>
      <p:sp>
        <p:nvSpPr>
          <p:cNvPr id="4" name="Text Box 3">
            <a:extLst>
              <a:ext uri="{FF2B5EF4-FFF2-40B4-BE49-F238E27FC236}">
                <a16:creationId xmlns:a16="http://schemas.microsoft.com/office/drawing/2014/main" xmlns="" id="{F7E65FA3-290F-45D6-96B1-EA520E859898}"/>
              </a:ext>
            </a:extLst>
          </p:cNvPr>
          <p:cNvSpPr txBox="1">
            <a:spLocks noChangeArrowheads="1"/>
          </p:cNvSpPr>
          <p:nvPr/>
        </p:nvSpPr>
        <p:spPr bwMode="auto">
          <a:xfrm>
            <a:off x="1470554" y="5776860"/>
            <a:ext cx="3053978" cy="3539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r>
              <a:rPr lang="en-US" altLang="en-US" sz="1700" dirty="0"/>
              <a:t>Wait-for graph without a cycle</a:t>
            </a:r>
          </a:p>
        </p:txBody>
      </p:sp>
      <p:sp>
        <p:nvSpPr>
          <p:cNvPr id="5" name="Text Box 4">
            <a:extLst>
              <a:ext uri="{FF2B5EF4-FFF2-40B4-BE49-F238E27FC236}">
                <a16:creationId xmlns:a16="http://schemas.microsoft.com/office/drawing/2014/main" xmlns="" id="{6AFB0325-7D70-455E-B59A-5068769F0631}"/>
              </a:ext>
            </a:extLst>
          </p:cNvPr>
          <p:cNvSpPr txBox="1">
            <a:spLocks noChangeArrowheads="1"/>
          </p:cNvSpPr>
          <p:nvPr/>
        </p:nvSpPr>
        <p:spPr bwMode="auto">
          <a:xfrm>
            <a:off x="6577123" y="5776860"/>
            <a:ext cx="2810321" cy="3539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r>
              <a:rPr lang="en-US" altLang="en-US" sz="1700" dirty="0"/>
              <a:t>Wait-for graph  with a cycle</a:t>
            </a:r>
          </a:p>
        </p:txBody>
      </p:sp>
      <p:pic>
        <p:nvPicPr>
          <p:cNvPr id="6" name="Picture 9">
            <a:extLst>
              <a:ext uri="{FF2B5EF4-FFF2-40B4-BE49-F238E27FC236}">
                <a16:creationId xmlns:a16="http://schemas.microsoft.com/office/drawing/2014/main" xmlns="" id="{9E6DE4A4-4D87-4010-AA01-AE17AA1E173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77562" y="3877672"/>
            <a:ext cx="2239962" cy="1650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10">
            <a:extLst>
              <a:ext uri="{FF2B5EF4-FFF2-40B4-BE49-F238E27FC236}">
                <a16:creationId xmlns:a16="http://schemas.microsoft.com/office/drawing/2014/main" xmlns="" id="{7883DCB0-CC17-40E2-9C93-AB7251DB7F7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56211" y="3915767"/>
            <a:ext cx="2153443" cy="15746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5711612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3586" name="Rectangle 2"/>
          <p:cNvSpPr>
            <a:spLocks noGrp="1" noChangeArrowheads="1"/>
          </p:cNvSpPr>
          <p:nvPr>
            <p:ph type="title"/>
          </p:nvPr>
        </p:nvSpPr>
        <p:spPr>
          <a:xfrm>
            <a:off x="780495" y="160410"/>
            <a:ext cx="10515600" cy="942088"/>
          </a:xfrm>
        </p:spPr>
        <p:txBody>
          <a:bodyPr/>
          <a:lstStyle/>
          <a:p>
            <a:pPr>
              <a:defRPr/>
            </a:pPr>
            <a:r>
              <a:rPr lang="en-US" dirty="0">
                <a:effectLst>
                  <a:outerShdw blurRad="38100" dist="38100" dir="2700000" algn="tl">
                    <a:srgbClr val="C0C0C0"/>
                  </a:outerShdw>
                </a:effectLst>
              </a:rPr>
              <a:t>Deadlock Recovery</a:t>
            </a:r>
          </a:p>
        </p:txBody>
      </p:sp>
      <p:sp>
        <p:nvSpPr>
          <p:cNvPr id="28675" name="Rectangle 3"/>
          <p:cNvSpPr>
            <a:spLocks noGrp="1" noChangeArrowheads="1"/>
          </p:cNvSpPr>
          <p:nvPr>
            <p:ph idx="1"/>
          </p:nvPr>
        </p:nvSpPr>
        <p:spPr>
          <a:xfrm>
            <a:off x="780495" y="1334509"/>
            <a:ext cx="10901989" cy="5367972"/>
          </a:xfrm>
        </p:spPr>
        <p:txBody>
          <a:bodyPr/>
          <a:lstStyle/>
          <a:p>
            <a:r>
              <a:rPr lang="en-US" altLang="en-US" dirty="0"/>
              <a:t>When deadlock is  detected :</a:t>
            </a:r>
          </a:p>
          <a:p>
            <a:pPr lvl="1"/>
            <a:r>
              <a:rPr lang="en-US" altLang="en-US" dirty="0"/>
              <a:t>Some transaction will have to rolled back (made a </a:t>
            </a:r>
            <a:r>
              <a:rPr lang="en-US" altLang="en-US" b="1" dirty="0">
                <a:solidFill>
                  <a:srgbClr val="002060"/>
                </a:solidFill>
              </a:rPr>
              <a:t>victim</a:t>
            </a:r>
            <a:r>
              <a:rPr lang="en-US" altLang="en-US" dirty="0"/>
              <a:t>) to break deadlock cycle.  </a:t>
            </a:r>
          </a:p>
          <a:p>
            <a:pPr lvl="2"/>
            <a:r>
              <a:rPr lang="en-US" altLang="en-US" dirty="0"/>
              <a:t>Select that transaction as victim that will incur minimum cost</a:t>
            </a:r>
          </a:p>
          <a:p>
            <a:pPr lvl="1"/>
            <a:r>
              <a:rPr lang="en-US" altLang="en-US" dirty="0"/>
              <a:t>Rollback -- determine how far to roll back transaction</a:t>
            </a:r>
          </a:p>
          <a:p>
            <a:pPr lvl="2"/>
            <a:r>
              <a:rPr lang="en-US" altLang="en-US" b="1" dirty="0">
                <a:solidFill>
                  <a:srgbClr val="002060"/>
                </a:solidFill>
              </a:rPr>
              <a:t>Total rollback</a:t>
            </a:r>
            <a:r>
              <a:rPr lang="en-US" altLang="en-US" dirty="0"/>
              <a:t>: Abort the transaction and then restart it.</a:t>
            </a:r>
          </a:p>
          <a:p>
            <a:pPr lvl="2"/>
            <a:r>
              <a:rPr lang="en-US" altLang="en-US" b="1" dirty="0">
                <a:solidFill>
                  <a:srgbClr val="002060"/>
                </a:solidFill>
              </a:rPr>
              <a:t>Partial rollback</a:t>
            </a:r>
            <a:r>
              <a:rPr lang="en-US" altLang="en-US" dirty="0"/>
              <a:t>: Roll back victim transaction only as far as necessary to release locks that another transaction in cycle is waiting for</a:t>
            </a:r>
          </a:p>
          <a:p>
            <a:r>
              <a:rPr lang="en-US" altLang="en-US" dirty="0"/>
              <a:t>Starvation can happen (why?)</a:t>
            </a:r>
          </a:p>
          <a:p>
            <a:pPr lvl="1"/>
            <a:r>
              <a:rPr lang="en-US" altLang="en-US" dirty="0"/>
              <a:t>One solution: oldest transaction in the deadlock set is never chosen as victim</a:t>
            </a:r>
          </a:p>
        </p:txBody>
      </p:sp>
    </p:spTree>
    <p:extLst>
      <p:ext uri="{BB962C8B-B14F-4D97-AF65-F5344CB8AC3E}">
        <p14:creationId xmlns:p14="http://schemas.microsoft.com/office/powerpoint/2010/main" val="246413042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547E729-BEC2-48CF-A8A6-9EDBE5B87E45}"/>
              </a:ext>
            </a:extLst>
          </p:cNvPr>
          <p:cNvSpPr>
            <a:spLocks noGrp="1"/>
          </p:cNvSpPr>
          <p:nvPr>
            <p:ph type="title"/>
          </p:nvPr>
        </p:nvSpPr>
        <p:spPr/>
        <p:txBody>
          <a:bodyPr/>
          <a:lstStyle/>
          <a:p>
            <a:r>
              <a:rPr lang="en-IN" dirty="0"/>
              <a:t>Using Commit</a:t>
            </a:r>
          </a:p>
        </p:txBody>
      </p:sp>
      <p:sp>
        <p:nvSpPr>
          <p:cNvPr id="3" name="Content Placeholder 2">
            <a:extLst>
              <a:ext uri="{FF2B5EF4-FFF2-40B4-BE49-F238E27FC236}">
                <a16:creationId xmlns="" xmlns:a16="http://schemas.microsoft.com/office/drawing/2014/main" id="{348DD32A-D87B-4411-B5C1-3749DA3588EA}"/>
              </a:ext>
            </a:extLst>
          </p:cNvPr>
          <p:cNvSpPr>
            <a:spLocks noGrp="1"/>
          </p:cNvSpPr>
          <p:nvPr>
            <p:ph idx="1"/>
          </p:nvPr>
        </p:nvSpPr>
        <p:spPr/>
        <p:txBody>
          <a:bodyPr/>
          <a:lstStyle/>
          <a:p>
            <a:r>
              <a:rPr lang="en-IN" dirty="0"/>
              <a:t>A commit ends the current transaction and makes any changes permanent, made during transaction</a:t>
            </a:r>
          </a:p>
          <a:p>
            <a:r>
              <a:rPr lang="en-IN" dirty="0"/>
              <a:t>Syntax:</a:t>
            </a:r>
          </a:p>
          <a:p>
            <a:pPr marL="457200" lvl="1" indent="0">
              <a:buNone/>
            </a:pPr>
            <a:r>
              <a:rPr lang="en-IN" dirty="0"/>
              <a:t>COMMIT;</a:t>
            </a:r>
          </a:p>
        </p:txBody>
      </p:sp>
    </p:spTree>
    <p:extLst>
      <p:ext uri="{BB962C8B-B14F-4D97-AF65-F5344CB8AC3E}">
        <p14:creationId xmlns:p14="http://schemas.microsoft.com/office/powerpoint/2010/main" val="422897894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7A2CBFA-86A4-45EA-B3FF-83B9B9FD5D7D}"/>
              </a:ext>
            </a:extLst>
          </p:cNvPr>
          <p:cNvSpPr>
            <a:spLocks noGrp="1"/>
          </p:cNvSpPr>
          <p:nvPr>
            <p:ph type="title"/>
          </p:nvPr>
        </p:nvSpPr>
        <p:spPr/>
        <p:txBody>
          <a:bodyPr/>
          <a:lstStyle/>
          <a:p>
            <a:r>
              <a:rPr lang="en-IN" dirty="0"/>
              <a:t>Rollback</a:t>
            </a:r>
          </a:p>
        </p:txBody>
      </p:sp>
      <p:sp>
        <p:nvSpPr>
          <p:cNvPr id="3" name="Content Placeholder 2">
            <a:extLst>
              <a:ext uri="{FF2B5EF4-FFF2-40B4-BE49-F238E27FC236}">
                <a16:creationId xmlns="" xmlns:a16="http://schemas.microsoft.com/office/drawing/2014/main" id="{5682B5F1-F1D5-4B6C-9B9B-38A4E48DF832}"/>
              </a:ext>
            </a:extLst>
          </p:cNvPr>
          <p:cNvSpPr>
            <a:spLocks noGrp="1"/>
          </p:cNvSpPr>
          <p:nvPr>
            <p:ph idx="1"/>
          </p:nvPr>
        </p:nvSpPr>
        <p:spPr/>
        <p:txBody>
          <a:bodyPr/>
          <a:lstStyle/>
          <a:p>
            <a:r>
              <a:rPr lang="en-IN" dirty="0"/>
              <a:t>A rollback does exactly opposite to Commit.</a:t>
            </a:r>
          </a:p>
          <a:p>
            <a:r>
              <a:rPr lang="en-IN" dirty="0"/>
              <a:t>It ends the transaction but undoes any changes made during the transaction</a:t>
            </a:r>
          </a:p>
          <a:p>
            <a:r>
              <a:rPr lang="en-IN" dirty="0"/>
              <a:t>All transaction locks acquired on tables are released</a:t>
            </a:r>
          </a:p>
          <a:p>
            <a:r>
              <a:rPr lang="en-IN" dirty="0"/>
              <a:t>Syntax:</a:t>
            </a:r>
          </a:p>
          <a:p>
            <a:pPr marL="457200" lvl="1" indent="0">
              <a:buNone/>
            </a:pPr>
            <a:r>
              <a:rPr lang="en-IN" dirty="0"/>
              <a:t>ROLLBACK [WORK] [TO [SAVEPOINT] &lt;</a:t>
            </a:r>
            <a:r>
              <a:rPr lang="en-IN" dirty="0" err="1"/>
              <a:t>SavePoint</a:t>
            </a:r>
            <a:r>
              <a:rPr lang="en-IN" dirty="0"/>
              <a:t> Name&gt;];</a:t>
            </a:r>
          </a:p>
          <a:p>
            <a:pPr marL="457200" lvl="1" indent="0">
              <a:buNone/>
            </a:pPr>
            <a:endParaRPr lang="en-IN" dirty="0"/>
          </a:p>
        </p:txBody>
      </p:sp>
    </p:spTree>
    <p:extLst>
      <p:ext uri="{BB962C8B-B14F-4D97-AF65-F5344CB8AC3E}">
        <p14:creationId xmlns:p14="http://schemas.microsoft.com/office/powerpoint/2010/main" val="308453080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F122F65-E056-4905-ABB5-0BA96AAC0471}"/>
              </a:ext>
            </a:extLst>
          </p:cNvPr>
          <p:cNvSpPr>
            <a:spLocks noGrp="1"/>
          </p:cNvSpPr>
          <p:nvPr>
            <p:ph type="title"/>
          </p:nvPr>
        </p:nvSpPr>
        <p:spPr/>
        <p:txBody>
          <a:bodyPr/>
          <a:lstStyle/>
          <a:p>
            <a:r>
              <a:rPr lang="en-IN" dirty="0"/>
              <a:t>Creating </a:t>
            </a:r>
            <a:r>
              <a:rPr lang="en-IN" dirty="0" err="1"/>
              <a:t>SavePoint</a:t>
            </a:r>
            <a:endParaRPr lang="en-IN" dirty="0"/>
          </a:p>
        </p:txBody>
      </p:sp>
      <p:sp>
        <p:nvSpPr>
          <p:cNvPr id="3" name="Content Placeholder 2">
            <a:extLst>
              <a:ext uri="{FF2B5EF4-FFF2-40B4-BE49-F238E27FC236}">
                <a16:creationId xmlns="" xmlns:a16="http://schemas.microsoft.com/office/drawing/2014/main" id="{1CB96F99-F3F5-4B91-979B-2488238C5CEB}"/>
              </a:ext>
            </a:extLst>
          </p:cNvPr>
          <p:cNvSpPr>
            <a:spLocks noGrp="1"/>
          </p:cNvSpPr>
          <p:nvPr>
            <p:ph idx="1"/>
          </p:nvPr>
        </p:nvSpPr>
        <p:spPr/>
        <p:txBody>
          <a:bodyPr/>
          <a:lstStyle/>
          <a:p>
            <a:r>
              <a:rPr lang="en-IN" dirty="0"/>
              <a:t>Save point marks and saves the current point in the processing of a transaction.</a:t>
            </a:r>
          </a:p>
          <a:p>
            <a:r>
              <a:rPr lang="en-IN" dirty="0"/>
              <a:t>When the </a:t>
            </a:r>
            <a:r>
              <a:rPr lang="en-IN"/>
              <a:t>SavePoint</a:t>
            </a:r>
            <a:r>
              <a:rPr lang="en-IN" dirty="0"/>
              <a:t> is used with the rollback statement, part of a transaction can be undone</a:t>
            </a:r>
          </a:p>
          <a:p>
            <a:r>
              <a:rPr lang="en-IN" dirty="0"/>
              <a:t>An active </a:t>
            </a:r>
            <a:r>
              <a:rPr lang="en-IN" dirty="0" err="1"/>
              <a:t>SavePoint</a:t>
            </a:r>
            <a:r>
              <a:rPr lang="en-IN" dirty="0"/>
              <a:t> is one that is specified since the last COMMIT or ROLLBACK</a:t>
            </a:r>
          </a:p>
          <a:p>
            <a:r>
              <a:rPr lang="en-IN" dirty="0"/>
              <a:t>Syntax:</a:t>
            </a:r>
          </a:p>
          <a:p>
            <a:pPr marL="457200" lvl="1" indent="0">
              <a:buNone/>
            </a:pPr>
            <a:r>
              <a:rPr lang="en-IN" dirty="0"/>
              <a:t>SAVEPOINT &lt;</a:t>
            </a:r>
            <a:r>
              <a:rPr lang="en-IN" dirty="0" err="1"/>
              <a:t>SavePoint</a:t>
            </a:r>
            <a:r>
              <a:rPr lang="en-IN" dirty="0"/>
              <a:t> Name&gt;</a:t>
            </a:r>
          </a:p>
        </p:txBody>
      </p:sp>
    </p:spTree>
    <p:extLst>
      <p:ext uri="{BB962C8B-B14F-4D97-AF65-F5344CB8AC3E}">
        <p14:creationId xmlns:p14="http://schemas.microsoft.com/office/powerpoint/2010/main" val="266426534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05818"/>
            <a:ext cx="10515600" cy="1325563"/>
          </a:xfrm>
        </p:spPr>
        <p:txBody>
          <a:bodyPr/>
          <a:lstStyle/>
          <a:p>
            <a:r>
              <a:rPr lang="en-US" b="1" dirty="0"/>
              <a:t>Recovery System</a:t>
            </a:r>
            <a:endParaRPr lang="en-US" dirty="0"/>
          </a:p>
        </p:txBody>
      </p:sp>
      <p:sp>
        <p:nvSpPr>
          <p:cNvPr id="3" name="Content Placeholder 2"/>
          <p:cNvSpPr>
            <a:spLocks noGrp="1"/>
          </p:cNvSpPr>
          <p:nvPr>
            <p:ph idx="1"/>
          </p:nvPr>
        </p:nvSpPr>
        <p:spPr>
          <a:xfrm>
            <a:off x="838200" y="1431381"/>
            <a:ext cx="10515600" cy="5024010"/>
          </a:xfrm>
        </p:spPr>
        <p:txBody>
          <a:bodyPr>
            <a:normAutofit/>
          </a:bodyPr>
          <a:lstStyle/>
          <a:p>
            <a:r>
              <a:rPr lang="en-US" b="1" dirty="0"/>
              <a:t>Failure </a:t>
            </a:r>
            <a:r>
              <a:rPr lang="en-US" b="1" dirty="0" smtClean="0"/>
              <a:t>Classification</a:t>
            </a:r>
          </a:p>
          <a:p>
            <a:pPr marL="514350" indent="-514350">
              <a:buFont typeface="+mj-lt"/>
              <a:buAutoNum type="arabicPeriod"/>
            </a:pPr>
            <a:r>
              <a:rPr lang="en-US" dirty="0" smtClean="0">
                <a:solidFill>
                  <a:srgbClr val="FF0000"/>
                </a:solidFill>
              </a:rPr>
              <a:t>Transaction </a:t>
            </a:r>
            <a:r>
              <a:rPr lang="en-US" dirty="0">
                <a:solidFill>
                  <a:srgbClr val="FF0000"/>
                </a:solidFill>
              </a:rPr>
              <a:t>failure. </a:t>
            </a:r>
            <a:endParaRPr lang="en-US" dirty="0" smtClean="0">
              <a:solidFill>
                <a:srgbClr val="FF0000"/>
              </a:solidFill>
            </a:endParaRPr>
          </a:p>
          <a:p>
            <a:pPr lvl="1"/>
            <a:r>
              <a:rPr lang="en-US" dirty="0" smtClean="0"/>
              <a:t>There </a:t>
            </a:r>
            <a:r>
              <a:rPr lang="en-US" dirty="0"/>
              <a:t>are </a:t>
            </a:r>
            <a:r>
              <a:rPr lang="en-US" dirty="0" smtClean="0"/>
              <a:t>two types </a:t>
            </a:r>
            <a:r>
              <a:rPr lang="en-US" dirty="0"/>
              <a:t>of errors </a:t>
            </a:r>
            <a:r>
              <a:rPr lang="en-US" dirty="0" smtClean="0"/>
              <a:t>that may </a:t>
            </a:r>
            <a:r>
              <a:rPr lang="en-US" dirty="0"/>
              <a:t>cause a </a:t>
            </a:r>
            <a:r>
              <a:rPr lang="en-US" dirty="0" smtClean="0"/>
              <a:t>transaction to </a:t>
            </a:r>
            <a:r>
              <a:rPr lang="en-US" dirty="0"/>
              <a:t>fail:</a:t>
            </a:r>
          </a:p>
          <a:p>
            <a:pPr marL="0" indent="0">
              <a:buNone/>
            </a:pPr>
            <a:r>
              <a:rPr lang="en-US" dirty="0" smtClean="0"/>
              <a:t>	</a:t>
            </a:r>
            <a:r>
              <a:rPr lang="en-US" b="1" dirty="0" smtClean="0"/>
              <a:t>◦ </a:t>
            </a:r>
            <a:r>
              <a:rPr lang="en-US" b="1" dirty="0"/>
              <a:t>Logical error. </a:t>
            </a:r>
            <a:endParaRPr lang="en-US" b="1" dirty="0" smtClean="0"/>
          </a:p>
          <a:p>
            <a:pPr marL="457200" lvl="1" indent="0">
              <a:buNone/>
            </a:pPr>
            <a:r>
              <a:rPr lang="en-US" dirty="0" smtClean="0"/>
              <a:t>The </a:t>
            </a:r>
            <a:r>
              <a:rPr lang="en-US" dirty="0"/>
              <a:t>transaction can no longer continue with its </a:t>
            </a:r>
            <a:r>
              <a:rPr lang="en-US" dirty="0" smtClean="0"/>
              <a:t>normal execution </a:t>
            </a:r>
            <a:r>
              <a:rPr lang="en-US" dirty="0"/>
              <a:t>because of some internal condition, such as bad input, data </a:t>
            </a:r>
            <a:r>
              <a:rPr lang="en-US" dirty="0" smtClean="0"/>
              <a:t>not found</a:t>
            </a:r>
            <a:r>
              <a:rPr lang="en-US" dirty="0"/>
              <a:t>, overflow, or resource limit exceeded.</a:t>
            </a:r>
          </a:p>
          <a:p>
            <a:pPr marL="457200" lvl="1" indent="0">
              <a:lnSpc>
                <a:spcPct val="100000"/>
              </a:lnSpc>
              <a:buNone/>
            </a:pPr>
            <a:r>
              <a:rPr lang="en-US" dirty="0" smtClean="0"/>
              <a:t>	◦ </a:t>
            </a:r>
            <a:r>
              <a:rPr lang="en-US" sz="2800" b="1" dirty="0"/>
              <a:t>System error. </a:t>
            </a:r>
            <a:endParaRPr lang="en-US" sz="2800" b="1" dirty="0" smtClean="0"/>
          </a:p>
          <a:p>
            <a:pPr marL="457200" lvl="1" indent="0">
              <a:lnSpc>
                <a:spcPct val="100000"/>
              </a:lnSpc>
              <a:buNone/>
            </a:pPr>
            <a:r>
              <a:rPr lang="en-US" dirty="0"/>
              <a:t>The system has entered an undesirable state (for example, deadlock), as a result of which a transaction cannot continue with its normal execution. The transaction, however, can be </a:t>
            </a:r>
            <a:r>
              <a:rPr lang="en-US" dirty="0" smtClean="0"/>
              <a:t>re-executed </a:t>
            </a:r>
            <a:r>
              <a:rPr lang="en-US" dirty="0"/>
              <a:t>at a later time.</a:t>
            </a:r>
          </a:p>
        </p:txBody>
      </p:sp>
    </p:spTree>
    <p:extLst>
      <p:ext uri="{BB962C8B-B14F-4D97-AF65-F5344CB8AC3E}">
        <p14:creationId xmlns:p14="http://schemas.microsoft.com/office/powerpoint/2010/main" val="198222316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3114"/>
            <a:ext cx="10515600" cy="603866"/>
          </a:xfrm>
        </p:spPr>
        <p:txBody>
          <a:bodyPr>
            <a:normAutofit fontScale="90000"/>
          </a:bodyPr>
          <a:lstStyle/>
          <a:p>
            <a:r>
              <a:rPr lang="en-US" dirty="0" smtClean="0">
                <a:solidFill>
                  <a:srgbClr val="FF0000"/>
                </a:solidFill>
              </a:rPr>
              <a:t>2. </a:t>
            </a:r>
            <a:r>
              <a:rPr lang="en-US" b="1" dirty="0">
                <a:solidFill>
                  <a:srgbClr val="FF0000"/>
                </a:solidFill>
              </a:rPr>
              <a:t>System crash</a:t>
            </a:r>
            <a:r>
              <a:rPr lang="en-US" dirty="0">
                <a:solidFill>
                  <a:srgbClr val="FF0000"/>
                </a:solidFill>
              </a:rPr>
              <a:t>.</a:t>
            </a:r>
          </a:p>
        </p:txBody>
      </p:sp>
      <p:sp>
        <p:nvSpPr>
          <p:cNvPr id="3" name="Content Placeholder 2"/>
          <p:cNvSpPr>
            <a:spLocks noGrp="1"/>
          </p:cNvSpPr>
          <p:nvPr>
            <p:ph idx="1"/>
          </p:nvPr>
        </p:nvSpPr>
        <p:spPr>
          <a:xfrm>
            <a:off x="838200" y="928048"/>
            <a:ext cx="10515600" cy="5759355"/>
          </a:xfrm>
        </p:spPr>
        <p:txBody>
          <a:bodyPr>
            <a:normAutofit/>
          </a:bodyPr>
          <a:lstStyle/>
          <a:p>
            <a:r>
              <a:rPr lang="en-US" dirty="0"/>
              <a:t>There is a hardware malfunction, or a bug in the </a:t>
            </a:r>
            <a:r>
              <a:rPr lang="en-US" dirty="0" smtClean="0"/>
              <a:t>database – called </a:t>
            </a:r>
            <a:r>
              <a:rPr lang="en-US" b="1" dirty="0"/>
              <a:t>fail-stop assumption</a:t>
            </a:r>
            <a:endParaRPr lang="en-US" dirty="0"/>
          </a:p>
          <a:p>
            <a:r>
              <a:rPr lang="en-US" dirty="0"/>
              <a:t>S</a:t>
            </a:r>
            <a:r>
              <a:rPr lang="en-US" dirty="0" smtClean="0"/>
              <a:t>oftware </a:t>
            </a:r>
            <a:r>
              <a:rPr lang="en-US" dirty="0"/>
              <a:t>or the operating system, that causes the loss of the content of </a:t>
            </a:r>
            <a:r>
              <a:rPr lang="en-US" dirty="0" smtClean="0"/>
              <a:t>volatile storage</a:t>
            </a:r>
            <a:r>
              <a:rPr lang="en-US" dirty="0"/>
              <a:t>, </a:t>
            </a:r>
            <a:r>
              <a:rPr lang="en-US" dirty="0" smtClean="0"/>
              <a:t>and </a:t>
            </a:r>
            <a:r>
              <a:rPr lang="en-US" dirty="0"/>
              <a:t>brings transaction processing to a halt. </a:t>
            </a:r>
            <a:endParaRPr lang="en-US" dirty="0" smtClean="0"/>
          </a:p>
          <a:p>
            <a:r>
              <a:rPr lang="en-US" dirty="0" smtClean="0"/>
              <a:t>SOLUTION : Well-designed </a:t>
            </a:r>
            <a:r>
              <a:rPr lang="en-US" dirty="0"/>
              <a:t>systems have numerous </a:t>
            </a:r>
            <a:r>
              <a:rPr lang="en-US" dirty="0" smtClean="0"/>
              <a:t>internal checks</a:t>
            </a:r>
            <a:r>
              <a:rPr lang="en-US" dirty="0"/>
              <a:t>, at the hardware and the software level, that bring the system to a </a:t>
            </a:r>
            <a:r>
              <a:rPr lang="en-US" dirty="0" smtClean="0"/>
              <a:t>halt when </a:t>
            </a:r>
            <a:r>
              <a:rPr lang="en-US" dirty="0"/>
              <a:t>there is an </a:t>
            </a:r>
            <a:r>
              <a:rPr lang="en-US" dirty="0" smtClean="0"/>
              <a:t>error</a:t>
            </a:r>
          </a:p>
          <a:p>
            <a:endParaRPr lang="en-US" dirty="0" smtClean="0"/>
          </a:p>
          <a:p>
            <a:r>
              <a:rPr lang="en-US" b="1" dirty="0"/>
              <a:t>Disk </a:t>
            </a:r>
            <a:r>
              <a:rPr lang="en-US" b="1" dirty="0" smtClean="0"/>
              <a:t>failure</a:t>
            </a:r>
            <a:r>
              <a:rPr lang="en-US" dirty="0"/>
              <a:t> </a:t>
            </a:r>
            <a:r>
              <a:rPr lang="en-US" dirty="0" smtClean="0"/>
              <a:t>- A </a:t>
            </a:r>
            <a:r>
              <a:rPr lang="en-US" dirty="0"/>
              <a:t>disk block loses its content as a result of either a head crash </a:t>
            </a:r>
            <a:r>
              <a:rPr lang="en-US" dirty="0" smtClean="0"/>
              <a:t>or failure </a:t>
            </a:r>
            <a:r>
              <a:rPr lang="en-US" dirty="0"/>
              <a:t>during a data-transfer operation. </a:t>
            </a:r>
            <a:endParaRPr lang="en-US" dirty="0" smtClean="0"/>
          </a:p>
          <a:p>
            <a:r>
              <a:rPr lang="en-US" dirty="0" smtClean="0"/>
              <a:t>SOLUTION: Copies </a:t>
            </a:r>
            <a:r>
              <a:rPr lang="en-US" dirty="0"/>
              <a:t>of the data on other disks, </a:t>
            </a:r>
            <a:r>
              <a:rPr lang="en-US" dirty="0" smtClean="0"/>
              <a:t>or archival </a:t>
            </a:r>
            <a:r>
              <a:rPr lang="en-US" dirty="0"/>
              <a:t>backups on tertiary media, such as DVD or tapes, are used to </a:t>
            </a:r>
            <a:r>
              <a:rPr lang="en-US" dirty="0" smtClean="0"/>
              <a:t>recover from </a:t>
            </a:r>
            <a:r>
              <a:rPr lang="en-US" dirty="0"/>
              <a:t>the failure.</a:t>
            </a:r>
          </a:p>
        </p:txBody>
      </p:sp>
    </p:spTree>
    <p:extLst>
      <p:ext uri="{BB962C8B-B14F-4D97-AF65-F5344CB8AC3E}">
        <p14:creationId xmlns:p14="http://schemas.microsoft.com/office/powerpoint/2010/main" val="206457708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13899"/>
            <a:ext cx="10515600" cy="6168788"/>
          </a:xfrm>
        </p:spPr>
        <p:txBody>
          <a:bodyPr/>
          <a:lstStyle/>
          <a:p>
            <a:r>
              <a:rPr lang="en-US" dirty="0"/>
              <a:t>R</a:t>
            </a:r>
            <a:r>
              <a:rPr lang="en-US" dirty="0" smtClean="0"/>
              <a:t>ecovery </a:t>
            </a:r>
            <a:r>
              <a:rPr lang="en-US" dirty="0"/>
              <a:t>algorithms, have </a:t>
            </a:r>
            <a:r>
              <a:rPr lang="en-US" dirty="0" smtClean="0"/>
              <a:t>two parts:</a:t>
            </a:r>
          </a:p>
          <a:p>
            <a:endParaRPr lang="en-US" dirty="0"/>
          </a:p>
          <a:p>
            <a:r>
              <a:rPr lang="en-US" b="1" dirty="0"/>
              <a:t>1. </a:t>
            </a:r>
            <a:r>
              <a:rPr lang="en-US" dirty="0"/>
              <a:t>Actions taken during normal transaction processing to ensure that </a:t>
            </a:r>
            <a:r>
              <a:rPr lang="en-US" dirty="0" smtClean="0"/>
              <a:t>enough information </a:t>
            </a:r>
            <a:r>
              <a:rPr lang="en-US" dirty="0"/>
              <a:t>exists to allow recovery from failures</a:t>
            </a:r>
            <a:r>
              <a:rPr lang="en-US" dirty="0" smtClean="0"/>
              <a:t>.</a:t>
            </a:r>
          </a:p>
          <a:p>
            <a:endParaRPr lang="en-US" dirty="0"/>
          </a:p>
          <a:p>
            <a:r>
              <a:rPr lang="en-US" b="1" dirty="0"/>
              <a:t>2. </a:t>
            </a:r>
            <a:r>
              <a:rPr lang="en-US" dirty="0"/>
              <a:t>Actions taken after a failure to recover the database contents to a state </a:t>
            </a:r>
            <a:r>
              <a:rPr lang="en-US" dirty="0" smtClean="0"/>
              <a:t>that ensures </a:t>
            </a:r>
            <a:r>
              <a:rPr lang="en-US" dirty="0"/>
              <a:t>database consistency, transaction atomicity, and durability.</a:t>
            </a:r>
          </a:p>
        </p:txBody>
      </p:sp>
    </p:spTree>
    <p:extLst>
      <p:ext uri="{BB962C8B-B14F-4D97-AF65-F5344CB8AC3E}">
        <p14:creationId xmlns:p14="http://schemas.microsoft.com/office/powerpoint/2010/main" val="143311878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Log Records</a:t>
            </a:r>
            <a:endParaRPr lang="en-US" dirty="0"/>
          </a:p>
        </p:txBody>
      </p:sp>
      <p:sp>
        <p:nvSpPr>
          <p:cNvPr id="3" name="Content Placeholder 2"/>
          <p:cNvSpPr>
            <a:spLocks noGrp="1"/>
          </p:cNvSpPr>
          <p:nvPr>
            <p:ph idx="1"/>
          </p:nvPr>
        </p:nvSpPr>
        <p:spPr/>
        <p:txBody>
          <a:bodyPr/>
          <a:lstStyle/>
          <a:p>
            <a:r>
              <a:rPr lang="en-US" dirty="0"/>
              <a:t>The most widely used structure for recording database modifications is the </a:t>
            </a:r>
            <a:r>
              <a:rPr lang="en-US" b="1" dirty="0"/>
              <a:t>log</a:t>
            </a:r>
            <a:r>
              <a:rPr lang="en-US" dirty="0"/>
              <a:t>.</a:t>
            </a:r>
          </a:p>
          <a:p>
            <a:r>
              <a:rPr lang="en-US" dirty="0"/>
              <a:t>The log is a sequence of </a:t>
            </a:r>
            <a:r>
              <a:rPr lang="en-US" b="1" dirty="0"/>
              <a:t>log records</a:t>
            </a:r>
            <a:r>
              <a:rPr lang="en-US" dirty="0"/>
              <a:t>, recording all the update activities in </a:t>
            </a:r>
            <a:r>
              <a:rPr lang="en-US" dirty="0" smtClean="0"/>
              <a:t>the database</a:t>
            </a:r>
            <a:r>
              <a:rPr lang="en-US" dirty="0"/>
              <a:t>.</a:t>
            </a:r>
          </a:p>
          <a:p>
            <a:r>
              <a:rPr lang="en-US" dirty="0"/>
              <a:t>There are several types of log records. An </a:t>
            </a:r>
            <a:r>
              <a:rPr lang="en-US" b="1" dirty="0"/>
              <a:t>update log record </a:t>
            </a:r>
            <a:r>
              <a:rPr lang="en-US" dirty="0"/>
              <a:t>describes a </a:t>
            </a:r>
            <a:r>
              <a:rPr lang="en-US" dirty="0" smtClean="0"/>
              <a:t>single database </a:t>
            </a:r>
            <a:r>
              <a:rPr lang="en-US" dirty="0"/>
              <a:t>write. </a:t>
            </a:r>
            <a:endParaRPr lang="en-US" dirty="0" smtClean="0"/>
          </a:p>
          <a:p>
            <a:r>
              <a:rPr lang="en-US" dirty="0" smtClean="0"/>
              <a:t>It </a:t>
            </a:r>
            <a:r>
              <a:rPr lang="en-US" dirty="0"/>
              <a:t>has these fields</a:t>
            </a:r>
            <a:r>
              <a:rPr lang="en-US" dirty="0" smtClean="0"/>
              <a:t>: (Next slide)</a:t>
            </a:r>
            <a:endParaRPr lang="en-US" dirty="0"/>
          </a:p>
        </p:txBody>
      </p:sp>
    </p:spTree>
    <p:extLst>
      <p:ext uri="{BB962C8B-B14F-4D97-AF65-F5344CB8AC3E}">
        <p14:creationId xmlns:p14="http://schemas.microsoft.com/office/powerpoint/2010/main" val="378883267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199" y="0"/>
            <a:ext cx="10515600" cy="1091821"/>
          </a:xfrm>
        </p:spPr>
        <p:txBody>
          <a:bodyPr/>
          <a:lstStyle/>
          <a:p>
            <a:r>
              <a:rPr lang="en-US" dirty="0" smtClean="0"/>
              <a:t>Log Record Fields:</a:t>
            </a:r>
            <a:endParaRPr lang="en-US" dirty="0"/>
          </a:p>
        </p:txBody>
      </p:sp>
      <p:sp>
        <p:nvSpPr>
          <p:cNvPr id="3" name="Content Placeholder 2"/>
          <p:cNvSpPr>
            <a:spLocks noGrp="1"/>
          </p:cNvSpPr>
          <p:nvPr>
            <p:ph idx="1"/>
          </p:nvPr>
        </p:nvSpPr>
        <p:spPr>
          <a:xfrm>
            <a:off x="838199" y="1296538"/>
            <a:ext cx="10898875" cy="5213444"/>
          </a:xfrm>
        </p:spPr>
        <p:txBody>
          <a:bodyPr>
            <a:normAutofit fontScale="92500"/>
          </a:bodyPr>
          <a:lstStyle/>
          <a:p>
            <a:r>
              <a:rPr lang="en-US" b="1" dirty="0"/>
              <a:t>Transaction identifier</a:t>
            </a:r>
            <a:r>
              <a:rPr lang="en-US" dirty="0"/>
              <a:t>, which is the unique identifier of the transaction that</a:t>
            </a:r>
          </a:p>
          <a:p>
            <a:pPr marL="0" indent="0">
              <a:buNone/>
            </a:pPr>
            <a:r>
              <a:rPr lang="en-US" dirty="0" smtClean="0"/>
              <a:t> performed </a:t>
            </a:r>
            <a:r>
              <a:rPr lang="en-US" dirty="0"/>
              <a:t>the write operation</a:t>
            </a:r>
            <a:r>
              <a:rPr lang="en-US" dirty="0" smtClean="0"/>
              <a:t>.</a:t>
            </a:r>
          </a:p>
          <a:p>
            <a:pPr marL="0" indent="0">
              <a:buNone/>
            </a:pPr>
            <a:endParaRPr lang="en-US" dirty="0"/>
          </a:p>
          <a:p>
            <a:r>
              <a:rPr lang="en-US" b="1" dirty="0" smtClean="0"/>
              <a:t>Data-item </a:t>
            </a:r>
            <a:r>
              <a:rPr lang="en-US" b="1" dirty="0"/>
              <a:t>identifier</a:t>
            </a:r>
            <a:r>
              <a:rPr lang="en-US" dirty="0"/>
              <a:t>, which is the unique identifier of the data item written.</a:t>
            </a:r>
          </a:p>
          <a:p>
            <a:r>
              <a:rPr lang="en-US" dirty="0"/>
              <a:t>Typically, it is the location on disk of the data item, consisting of the </a:t>
            </a:r>
            <a:r>
              <a:rPr lang="en-US" dirty="0" smtClean="0"/>
              <a:t>block identifier </a:t>
            </a:r>
            <a:r>
              <a:rPr lang="en-US" dirty="0"/>
              <a:t>of the block on which the data item resides, and an offset </a:t>
            </a:r>
            <a:r>
              <a:rPr lang="en-US" dirty="0" smtClean="0"/>
              <a:t>within the </a:t>
            </a:r>
            <a:r>
              <a:rPr lang="en-US" dirty="0"/>
              <a:t>block</a:t>
            </a:r>
            <a:r>
              <a:rPr lang="en-US" dirty="0" smtClean="0"/>
              <a:t>.</a:t>
            </a:r>
          </a:p>
          <a:p>
            <a:endParaRPr lang="en-US" dirty="0"/>
          </a:p>
          <a:p>
            <a:r>
              <a:rPr lang="en-US" b="1" dirty="0" smtClean="0"/>
              <a:t>Old </a:t>
            </a:r>
            <a:r>
              <a:rPr lang="en-US" b="1" dirty="0"/>
              <a:t>value</a:t>
            </a:r>
            <a:r>
              <a:rPr lang="en-US" dirty="0"/>
              <a:t>, which is the value of the data item prior to the write</a:t>
            </a:r>
            <a:r>
              <a:rPr lang="en-US" dirty="0" smtClean="0"/>
              <a:t>.</a:t>
            </a:r>
          </a:p>
          <a:p>
            <a:endParaRPr lang="en-US" b="1" dirty="0"/>
          </a:p>
          <a:p>
            <a:r>
              <a:rPr lang="en-US" b="1" dirty="0" smtClean="0"/>
              <a:t>New </a:t>
            </a:r>
            <a:r>
              <a:rPr lang="en-US" b="1" dirty="0"/>
              <a:t>value</a:t>
            </a:r>
            <a:r>
              <a:rPr lang="en-US" dirty="0"/>
              <a:t>, which is the value that the data item will have after the write.</a:t>
            </a:r>
          </a:p>
        </p:txBody>
      </p:sp>
    </p:spTree>
    <p:extLst>
      <p:ext uri="{BB962C8B-B14F-4D97-AF65-F5344CB8AC3E}">
        <p14:creationId xmlns:p14="http://schemas.microsoft.com/office/powerpoint/2010/main" val="391325547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0125" y="105818"/>
            <a:ext cx="11846257" cy="1054242"/>
          </a:xfrm>
        </p:spPr>
        <p:txBody>
          <a:bodyPr>
            <a:noAutofit/>
          </a:bodyPr>
          <a:lstStyle/>
          <a:p>
            <a:pPr algn="ctr"/>
            <a:r>
              <a:rPr lang="en-US" sz="2800" b="1" dirty="0">
                <a:solidFill>
                  <a:srgbClr val="7030A0"/>
                </a:solidFill>
              </a:rPr>
              <a:t>A recovery algorithm must take into account a variety of factors, including</a:t>
            </a:r>
            <a:r>
              <a:rPr lang="en-US" sz="2800" b="1" dirty="0" smtClean="0">
                <a:solidFill>
                  <a:srgbClr val="7030A0"/>
                </a:solidFill>
              </a:rPr>
              <a:t>:</a:t>
            </a:r>
            <a:r>
              <a:rPr lang="en-US" sz="2800" b="1" dirty="0">
                <a:solidFill>
                  <a:srgbClr val="7030A0"/>
                </a:solidFill>
              </a:rPr>
              <a:t/>
            </a:r>
            <a:br>
              <a:rPr lang="en-US" sz="2800" b="1" dirty="0">
                <a:solidFill>
                  <a:srgbClr val="7030A0"/>
                </a:solidFill>
              </a:rPr>
            </a:br>
            <a:endParaRPr lang="en-US" sz="2800" b="1" dirty="0">
              <a:solidFill>
                <a:srgbClr val="7030A0"/>
              </a:solidFill>
            </a:endParaRPr>
          </a:p>
        </p:txBody>
      </p:sp>
      <p:sp>
        <p:nvSpPr>
          <p:cNvPr id="3" name="Content Placeholder 2"/>
          <p:cNvSpPr>
            <a:spLocks noGrp="1"/>
          </p:cNvSpPr>
          <p:nvPr>
            <p:ph idx="1"/>
          </p:nvPr>
        </p:nvSpPr>
        <p:spPr>
          <a:xfrm>
            <a:off x="150125" y="968992"/>
            <a:ext cx="12041875" cy="5636524"/>
          </a:xfrm>
        </p:spPr>
        <p:txBody>
          <a:bodyPr>
            <a:normAutofit fontScale="92500"/>
          </a:bodyPr>
          <a:lstStyle/>
          <a:p>
            <a:pPr marL="514350" indent="-514350">
              <a:buFont typeface="+mj-lt"/>
              <a:buAutoNum type="arabicPeriod"/>
            </a:pPr>
            <a:r>
              <a:rPr lang="en-US" dirty="0" smtClean="0"/>
              <a:t>The </a:t>
            </a:r>
            <a:r>
              <a:rPr lang="en-US" dirty="0"/>
              <a:t>possibility that a transaction may have committed although some of </a:t>
            </a:r>
            <a:r>
              <a:rPr lang="en-US" dirty="0" smtClean="0"/>
              <a:t>its database </a:t>
            </a:r>
            <a:r>
              <a:rPr lang="en-US" dirty="0"/>
              <a:t>modifications exist only in the disk buffer in main memory and </a:t>
            </a:r>
            <a:r>
              <a:rPr lang="en-US" dirty="0" smtClean="0"/>
              <a:t>not in </a:t>
            </a:r>
            <a:r>
              <a:rPr lang="en-US" dirty="0"/>
              <a:t>the database on disk</a:t>
            </a:r>
            <a:r>
              <a:rPr lang="en-US" dirty="0" smtClean="0"/>
              <a:t>.</a:t>
            </a:r>
            <a:endParaRPr lang="en-US" dirty="0"/>
          </a:p>
          <a:p>
            <a:pPr marL="514350" indent="-514350">
              <a:buFont typeface="+mj-lt"/>
              <a:buAutoNum type="arabicPeriod"/>
            </a:pPr>
            <a:r>
              <a:rPr lang="en-US" dirty="0" smtClean="0"/>
              <a:t>The </a:t>
            </a:r>
            <a:r>
              <a:rPr lang="en-US" dirty="0"/>
              <a:t>possibility that a transaction may have modified the database while </a:t>
            </a:r>
            <a:r>
              <a:rPr lang="en-US" dirty="0" smtClean="0"/>
              <a:t>in the </a:t>
            </a:r>
            <a:r>
              <a:rPr lang="en-US" dirty="0"/>
              <a:t>active state and, as a result of a subsequent failure, may need to abort</a:t>
            </a:r>
            <a:r>
              <a:rPr lang="en-US" dirty="0" smtClean="0"/>
              <a:t>.</a:t>
            </a:r>
          </a:p>
          <a:p>
            <a:pPr marL="0" indent="0">
              <a:buNone/>
            </a:pPr>
            <a:endParaRPr lang="en-US" dirty="0" smtClean="0"/>
          </a:p>
          <a:p>
            <a:pPr marL="0" indent="0">
              <a:buNone/>
            </a:pPr>
            <a:r>
              <a:rPr lang="en-US" sz="2600" dirty="0" smtClean="0"/>
              <a:t>Because </a:t>
            </a:r>
            <a:r>
              <a:rPr lang="en-US" sz="2600" dirty="0"/>
              <a:t>all database modifications must be preceded by the creation of a </a:t>
            </a:r>
            <a:r>
              <a:rPr lang="en-US" sz="2600" dirty="0" smtClean="0"/>
              <a:t>log record</a:t>
            </a:r>
            <a:r>
              <a:rPr lang="en-US" sz="2600" dirty="0"/>
              <a:t>, the system has available both the old value prior to the modification </a:t>
            </a:r>
            <a:r>
              <a:rPr lang="en-US" sz="2600" dirty="0" smtClean="0"/>
              <a:t>of the </a:t>
            </a:r>
            <a:r>
              <a:rPr lang="en-US" sz="2600" dirty="0"/>
              <a:t>data item and the new value that is to be written for the data item. </a:t>
            </a:r>
            <a:endParaRPr lang="en-US" sz="2600" dirty="0" smtClean="0"/>
          </a:p>
          <a:p>
            <a:pPr marL="0" indent="0">
              <a:buNone/>
            </a:pPr>
            <a:endParaRPr lang="en-US" sz="2600" dirty="0" smtClean="0"/>
          </a:p>
          <a:p>
            <a:pPr marL="0" indent="0">
              <a:buNone/>
            </a:pPr>
            <a:r>
              <a:rPr lang="en-US" dirty="0" smtClean="0"/>
              <a:t>This allows the </a:t>
            </a:r>
            <a:r>
              <a:rPr lang="en-US" dirty="0"/>
              <a:t>system to perform </a:t>
            </a:r>
            <a:r>
              <a:rPr lang="en-US" i="1" dirty="0"/>
              <a:t>undo </a:t>
            </a:r>
            <a:r>
              <a:rPr lang="en-US" dirty="0"/>
              <a:t>and </a:t>
            </a:r>
            <a:r>
              <a:rPr lang="en-US" i="1" dirty="0"/>
              <a:t>redo </a:t>
            </a:r>
            <a:r>
              <a:rPr lang="en-US" dirty="0"/>
              <a:t>operations as appropriate.</a:t>
            </a:r>
          </a:p>
          <a:p>
            <a:r>
              <a:rPr lang="en-US" b="1" dirty="0" smtClean="0"/>
              <a:t>Undo </a:t>
            </a:r>
            <a:r>
              <a:rPr lang="en-US" dirty="0"/>
              <a:t>using a log record sets the data item specified in the log record to </a:t>
            </a:r>
            <a:r>
              <a:rPr lang="en-US" dirty="0" smtClean="0"/>
              <a:t>the old </a:t>
            </a:r>
            <a:r>
              <a:rPr lang="en-US" dirty="0"/>
              <a:t>value.</a:t>
            </a:r>
          </a:p>
          <a:p>
            <a:r>
              <a:rPr lang="en-US" b="1" dirty="0" smtClean="0"/>
              <a:t>Redo </a:t>
            </a:r>
            <a:r>
              <a:rPr lang="en-US" dirty="0"/>
              <a:t>using a log record sets the data item specified in the log record to </a:t>
            </a:r>
            <a:r>
              <a:rPr lang="en-US" dirty="0" smtClean="0"/>
              <a:t>the new </a:t>
            </a:r>
            <a:r>
              <a:rPr lang="en-US" dirty="0"/>
              <a:t>value.</a:t>
            </a:r>
            <a:endParaRPr lang="en-US" dirty="0"/>
          </a:p>
        </p:txBody>
      </p:sp>
    </p:spTree>
    <p:extLst>
      <p:ext uri="{BB962C8B-B14F-4D97-AF65-F5344CB8AC3E}">
        <p14:creationId xmlns:p14="http://schemas.microsoft.com/office/powerpoint/2010/main" val="77371245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152</TotalTime>
  <Words>3733</Words>
  <Application>Microsoft Office PowerPoint</Application>
  <PresentationFormat>Widescreen</PresentationFormat>
  <Paragraphs>365</Paragraphs>
  <Slides>51</Slides>
  <Notes>19</Notes>
  <HiddenSlides>1</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51</vt:i4>
      </vt:variant>
    </vt:vector>
  </HeadingPairs>
  <TitlesOfParts>
    <vt:vector size="63" baseType="lpstr">
      <vt:lpstr>MS PGothic</vt:lpstr>
      <vt:lpstr>Arial</vt:lpstr>
      <vt:lpstr>Calibri</vt:lpstr>
      <vt:lpstr>Calibri Light</vt:lpstr>
      <vt:lpstr>Helvetica</vt:lpstr>
      <vt:lpstr>MinionPro-Bold</vt:lpstr>
      <vt:lpstr>MinionPro-It</vt:lpstr>
      <vt:lpstr>MinionPro-Regular</vt:lpstr>
      <vt:lpstr>Monotype Sorts</vt:lpstr>
      <vt:lpstr>Symbol</vt:lpstr>
      <vt:lpstr>Times New Roman</vt:lpstr>
      <vt:lpstr>Office Theme</vt:lpstr>
      <vt:lpstr>Transaction Processing Concept</vt:lpstr>
      <vt:lpstr>Topics to be covered</vt:lpstr>
      <vt:lpstr>Single-User Versus Multiuser system</vt:lpstr>
      <vt:lpstr>Multiprogramming and Parallel Processing</vt:lpstr>
      <vt:lpstr>Multiprogramming and Parallel Processing</vt:lpstr>
      <vt:lpstr>Multiprogramming and Parallel Processing</vt:lpstr>
      <vt:lpstr>Transactions, Database Items, Read and Write Operations and DBMS Buffers</vt:lpstr>
      <vt:lpstr>Access operations that a transaction can include are as follows:</vt:lpstr>
      <vt:lpstr>PowerPoint Presentation</vt:lpstr>
      <vt:lpstr>Transaction and System Concept</vt:lpstr>
      <vt:lpstr>PowerPoint Presentation</vt:lpstr>
      <vt:lpstr>Desirable Properties of Transactions</vt:lpstr>
      <vt:lpstr>Schedules of Transaction</vt:lpstr>
      <vt:lpstr>Example</vt:lpstr>
      <vt:lpstr>Example</vt:lpstr>
      <vt:lpstr>Conflicting Operations in a Schedule</vt:lpstr>
      <vt:lpstr>Complete Schedule</vt:lpstr>
      <vt:lpstr>Characterizing Schedules based on Recoverability</vt:lpstr>
      <vt:lpstr>The condition for a recoverable schedule is as follows</vt:lpstr>
      <vt:lpstr>Example:</vt:lpstr>
      <vt:lpstr>Characterizing Schedules Based on Serializability</vt:lpstr>
      <vt:lpstr>PowerPoint Presentation</vt:lpstr>
      <vt:lpstr>Concurrency control </vt:lpstr>
      <vt:lpstr>Lock-Based Protocols</vt:lpstr>
      <vt:lpstr>Lock-Based Protocols (Cont.)</vt:lpstr>
      <vt:lpstr>Lock-Based Protocols (Cont.)</vt:lpstr>
      <vt:lpstr>Schedule With Lock Grants</vt:lpstr>
      <vt:lpstr>Deadlock</vt:lpstr>
      <vt:lpstr>Deadlock (Cont.)</vt:lpstr>
      <vt:lpstr>The Two-Phase Locking Protocol</vt:lpstr>
      <vt:lpstr>The Two-Phase Locking Protocol (Cont.)</vt:lpstr>
      <vt:lpstr>The Two-Phase Locking Protocol (Cont.)</vt:lpstr>
      <vt:lpstr>Locking Protocols</vt:lpstr>
      <vt:lpstr>Lock Conversions</vt:lpstr>
      <vt:lpstr>Automatic Acquisition of Locks</vt:lpstr>
      <vt:lpstr>Automatic Acquisition of Locks (Cont.)</vt:lpstr>
      <vt:lpstr>Deadlock Handling</vt:lpstr>
      <vt:lpstr>Deadlock Handling</vt:lpstr>
      <vt:lpstr>More Deadlock Prevention Strategies</vt:lpstr>
      <vt:lpstr>Deadlock prevention (Cont.)</vt:lpstr>
      <vt:lpstr>Deadlock Detection</vt:lpstr>
      <vt:lpstr>Deadlock Recovery</vt:lpstr>
      <vt:lpstr>Using Commit</vt:lpstr>
      <vt:lpstr>Rollback</vt:lpstr>
      <vt:lpstr>Creating SavePoint</vt:lpstr>
      <vt:lpstr>Recovery System</vt:lpstr>
      <vt:lpstr>2. System crash.</vt:lpstr>
      <vt:lpstr>PowerPoint Presentation</vt:lpstr>
      <vt:lpstr>Log Records</vt:lpstr>
      <vt:lpstr>Log Record Fields:</vt:lpstr>
      <vt:lpstr>A recovery algorithm must take into account a variety of factors, including: </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Transaction Processing Concept</dc:title>
  <dc:creator>Urja Mankad</dc:creator>
  <cp:lastModifiedBy>admin</cp:lastModifiedBy>
  <cp:revision>52</cp:revision>
  <dcterms:created xsi:type="dcterms:W3CDTF">2021-12-13T23:05:36Z</dcterms:created>
  <dcterms:modified xsi:type="dcterms:W3CDTF">2025-11-20T08:46:27Z</dcterms:modified>
</cp:coreProperties>
</file>