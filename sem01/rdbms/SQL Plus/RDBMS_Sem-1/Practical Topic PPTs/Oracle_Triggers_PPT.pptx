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Teaching PPT: Oracle Triggers in PL/SQL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Row-level, Statement-level, Logging, OLD/NEW,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Trigger?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stored PL/SQL block executed automatically by Oracle.</a:t>
            </a:r>
          </a:p>
          <a:p>
            <a:r>
              <a:t>- Fires on INSERT, UPDATE, DELETE events.</a:t>
            </a:r>
          </a:p>
          <a:p>
            <a:r>
              <a:t>- Can be ROW-level or STATEMENT-level.</a:t>
            </a:r>
          </a:p>
          <a:p>
            <a:r>
              <a:t>- Can use :OLD and :NEW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Row-Level vs Statement-Level (Diagram)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ROW LEVEL TRIGGER</a:t>
            </a:r>
          </a:p>
          <a:p>
            <a:r>
              <a:t>(Fires once per row)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STATEMENT LEVEL TRIGGER</a:t>
            </a:r>
          </a:p>
          <a:p>
            <a:r>
              <a:t>(Fires once per statement)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:OLD and :NEW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:OLD → Value before modification</a:t>
            </a:r>
          </a:p>
          <a:p>
            <a:r>
              <a:t>:NEW → Value after modification</a:t>
            </a:r>
          </a:p>
          <a:p/>
          <a:p>
            <a:r>
              <a:t>Example: Tracking city changes</a:t>
            </a:r>
          </a:p>
          <a:p>
            <a:r>
              <a:t>INSERT INTO activity_log(old_value, new_value)</a:t>
            </a:r>
          </a:p>
          <a:p>
            <a:r>
              <a:t>VALUES(:OLD.city, :NEW.city);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Trigger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Inserts Row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43200" y="1280160"/>
            <a:ext cx="1828800" cy="6400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Trigger Fires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Log Entry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raise_application_error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stop the DML operation with a custom error message.</a:t>
            </a:r>
          </a:p>
          <a:p/>
          <a:p>
            <a:r>
              <a:t>Syntax:</a:t>
            </a:r>
          </a:p>
          <a:p>
            <a:r>
              <a:t>RAISE_APPLICATION_ERROR(-20001, 'Message');</a:t>
            </a:r>
          </a:p>
          <a:p/>
          <a:p>
            <a:r>
              <a:t>Example:</a:t>
            </a:r>
          </a:p>
          <a:p>
            <a:r>
              <a:t>IF :NEW.score &gt; v_max THEN</a:t>
            </a:r>
          </a:p>
          <a:p>
            <a:r>
              <a:t>    RAISE_APPLICATION_ERROR(-20001,</a:t>
            </a:r>
          </a:p>
          <a:p>
            <a:r>
              <a:t>      'Score exceeds maximum allowed');</a:t>
            </a:r>
          </a:p>
          <a:p>
            <a:r>
              <a:t>END IF;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